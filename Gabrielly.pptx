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E32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2154" y="9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70" d="100"/>
        <a:sy n="17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5B26F9-7A87-4A30-871F-D85D95830055}" type="doc">
      <dgm:prSet loTypeId="urn:microsoft.com/office/officeart/2005/8/layout/hierarchy1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pt-BR"/>
        </a:p>
      </dgm:t>
    </dgm:pt>
    <dgm:pt modelId="{8D9AD4A7-B244-47E2-B566-AA84758F79C4}">
      <dgm:prSet phldrT="[Texto]"/>
      <dgm:spPr/>
      <dgm:t>
        <a:bodyPr/>
        <a:lstStyle/>
        <a:p>
          <a:r>
            <a:rPr lang="pt-BR" b="0" cap="none" spc="0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Presidente</a:t>
          </a:r>
        </a:p>
      </dgm:t>
    </dgm:pt>
    <dgm:pt modelId="{97897247-06F7-4549-A54A-5F232D8CBA0C}" type="parTrans" cxnId="{7861F091-EFF4-46D7-8E17-EF1DF7A926EA}">
      <dgm:prSet/>
      <dgm:spPr/>
      <dgm:t>
        <a:bodyPr/>
        <a:lstStyle/>
        <a:p>
          <a:endParaRPr lang="pt-BR" b="0" cap="none" spc="0">
            <a:ln w="0"/>
            <a:solidFill>
              <a:schemeClr val="accent1"/>
            </a:solidFill>
            <a:effectLst>
              <a:outerShdw blurRad="38100" dist="25400" dir="5400000" algn="ctr" rotWithShape="0">
                <a:srgbClr val="6E747A">
                  <a:alpha val="43000"/>
                </a:srgbClr>
              </a:outerShdw>
            </a:effectLst>
          </a:endParaRPr>
        </a:p>
      </dgm:t>
    </dgm:pt>
    <dgm:pt modelId="{9AF19D79-D967-47C2-AECB-91D10F8B2037}" type="sibTrans" cxnId="{7861F091-EFF4-46D7-8E17-EF1DF7A926EA}">
      <dgm:prSet/>
      <dgm:spPr/>
      <dgm:t>
        <a:bodyPr/>
        <a:lstStyle/>
        <a:p>
          <a:endParaRPr lang="pt-BR" b="0" cap="none" spc="0">
            <a:ln w="0"/>
            <a:solidFill>
              <a:schemeClr val="accent1"/>
            </a:solidFill>
            <a:effectLst>
              <a:outerShdw blurRad="38100" dist="25400" dir="5400000" algn="ctr" rotWithShape="0">
                <a:srgbClr val="6E747A">
                  <a:alpha val="43000"/>
                </a:srgbClr>
              </a:outerShdw>
            </a:effectLst>
          </a:endParaRPr>
        </a:p>
      </dgm:t>
    </dgm:pt>
    <dgm:pt modelId="{2A11A132-E7C6-4A30-ABE0-AE619B1A1A0F}">
      <dgm:prSet phldrT="[Texto]"/>
      <dgm:spPr/>
      <dgm:t>
        <a:bodyPr/>
        <a:lstStyle/>
        <a:p>
          <a:r>
            <a:rPr lang="pt-BR" b="0" cap="none" spc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Diretor A</a:t>
          </a:r>
          <a:endParaRPr lang="pt-BR" b="0" cap="none" spc="0" dirty="0">
            <a:ln w="0"/>
            <a:effectLst>
              <a:outerShdw blurRad="38100" dist="25400" dir="5400000" algn="ctr" rotWithShape="0">
                <a:srgbClr val="6E747A">
                  <a:alpha val="43000"/>
                </a:srgbClr>
              </a:outerShdw>
            </a:effectLst>
          </a:endParaRPr>
        </a:p>
      </dgm:t>
    </dgm:pt>
    <dgm:pt modelId="{01AAB6FC-3ECE-450F-BD4C-4B907140E6E1}" type="parTrans" cxnId="{A9300249-6057-466F-9D98-C3ECB1C94A6E}">
      <dgm:prSet/>
      <dgm:spPr/>
      <dgm:t>
        <a:bodyPr/>
        <a:lstStyle/>
        <a:p>
          <a:endParaRPr lang="pt-BR" b="0" cap="none" spc="0">
            <a:ln w="0"/>
            <a:solidFill>
              <a:schemeClr val="accent1"/>
            </a:solidFill>
            <a:effectLst>
              <a:outerShdw blurRad="38100" dist="25400" dir="5400000" algn="ctr" rotWithShape="0">
                <a:srgbClr val="6E747A">
                  <a:alpha val="43000"/>
                </a:srgbClr>
              </a:outerShdw>
            </a:effectLst>
          </a:endParaRPr>
        </a:p>
      </dgm:t>
    </dgm:pt>
    <dgm:pt modelId="{03B9EFDC-19C3-4C07-8B5C-06E5BDC7DB64}" type="sibTrans" cxnId="{A9300249-6057-466F-9D98-C3ECB1C94A6E}">
      <dgm:prSet/>
      <dgm:spPr/>
      <dgm:t>
        <a:bodyPr/>
        <a:lstStyle/>
        <a:p>
          <a:endParaRPr lang="pt-BR" b="0" cap="none" spc="0">
            <a:ln w="0"/>
            <a:solidFill>
              <a:schemeClr val="accent1"/>
            </a:solidFill>
            <a:effectLst>
              <a:outerShdw blurRad="38100" dist="25400" dir="5400000" algn="ctr" rotWithShape="0">
                <a:srgbClr val="6E747A">
                  <a:alpha val="43000"/>
                </a:srgbClr>
              </a:outerShdw>
            </a:effectLst>
          </a:endParaRPr>
        </a:p>
      </dgm:t>
    </dgm:pt>
    <dgm:pt modelId="{25CA5A08-970A-4C95-A331-205F8ADCD795}">
      <dgm:prSet phldrT="[Texto]"/>
      <dgm:spPr/>
      <dgm:t>
        <a:bodyPr/>
        <a:lstStyle/>
        <a:p>
          <a:r>
            <a:rPr lang="pt-BR" b="0" cap="none" spc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Diretor B</a:t>
          </a:r>
          <a:endParaRPr lang="pt-BR" b="0" cap="none" spc="0" dirty="0">
            <a:ln w="0"/>
            <a:effectLst>
              <a:outerShdw blurRad="38100" dist="25400" dir="5400000" algn="ctr" rotWithShape="0">
                <a:srgbClr val="6E747A">
                  <a:alpha val="43000"/>
                </a:srgbClr>
              </a:outerShdw>
            </a:effectLst>
          </a:endParaRPr>
        </a:p>
      </dgm:t>
    </dgm:pt>
    <dgm:pt modelId="{385C7F9B-734E-4D1B-9439-89876BAEF6B5}" type="parTrans" cxnId="{53F1826E-0B1B-4B08-8633-2959D980365D}">
      <dgm:prSet/>
      <dgm:spPr/>
      <dgm:t>
        <a:bodyPr/>
        <a:lstStyle/>
        <a:p>
          <a:endParaRPr lang="pt-BR" b="0" cap="none" spc="0">
            <a:ln w="0"/>
            <a:solidFill>
              <a:schemeClr val="accent1"/>
            </a:solidFill>
            <a:effectLst>
              <a:outerShdw blurRad="38100" dist="25400" dir="5400000" algn="ctr" rotWithShape="0">
                <a:srgbClr val="6E747A">
                  <a:alpha val="43000"/>
                </a:srgbClr>
              </a:outerShdw>
            </a:effectLst>
          </a:endParaRPr>
        </a:p>
      </dgm:t>
    </dgm:pt>
    <dgm:pt modelId="{83CB9A66-1AF1-4285-A714-9F1BEEF7ADF2}" type="sibTrans" cxnId="{53F1826E-0B1B-4B08-8633-2959D980365D}">
      <dgm:prSet/>
      <dgm:spPr/>
      <dgm:t>
        <a:bodyPr/>
        <a:lstStyle/>
        <a:p>
          <a:endParaRPr lang="pt-BR" b="0" cap="none" spc="0">
            <a:ln w="0"/>
            <a:solidFill>
              <a:schemeClr val="accent1"/>
            </a:solidFill>
            <a:effectLst>
              <a:outerShdw blurRad="38100" dist="25400" dir="5400000" algn="ctr" rotWithShape="0">
                <a:srgbClr val="6E747A">
                  <a:alpha val="43000"/>
                </a:srgbClr>
              </a:outerShdw>
            </a:effectLst>
          </a:endParaRPr>
        </a:p>
      </dgm:t>
    </dgm:pt>
    <dgm:pt modelId="{5956B56B-3393-49C8-BDAC-7073168E48FE}">
      <dgm:prSet phldrT="[Texto]"/>
      <dgm:spPr/>
      <dgm:t>
        <a:bodyPr/>
        <a:lstStyle/>
        <a:p>
          <a:r>
            <a:rPr lang="pt-BR" b="0" cap="none" spc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Diretor C</a:t>
          </a:r>
          <a:endParaRPr lang="pt-BR" b="0" cap="none" spc="0" dirty="0">
            <a:ln w="0"/>
            <a:effectLst>
              <a:outerShdw blurRad="38100" dist="25400" dir="5400000" algn="ctr" rotWithShape="0">
                <a:srgbClr val="6E747A">
                  <a:alpha val="43000"/>
                </a:srgbClr>
              </a:outerShdw>
            </a:effectLst>
          </a:endParaRPr>
        </a:p>
      </dgm:t>
    </dgm:pt>
    <dgm:pt modelId="{168BEDAD-7619-4302-A06E-EC91D85AE471}" type="parTrans" cxnId="{17531829-9B1A-4E62-B08B-F458F3A92C5D}">
      <dgm:prSet/>
      <dgm:spPr/>
      <dgm:t>
        <a:bodyPr/>
        <a:lstStyle/>
        <a:p>
          <a:endParaRPr lang="pt-BR" b="0" cap="none" spc="0">
            <a:ln w="0"/>
            <a:solidFill>
              <a:schemeClr val="accent1"/>
            </a:solidFill>
            <a:effectLst>
              <a:outerShdw blurRad="38100" dist="25400" dir="5400000" algn="ctr" rotWithShape="0">
                <a:srgbClr val="6E747A">
                  <a:alpha val="43000"/>
                </a:srgbClr>
              </a:outerShdw>
            </a:effectLst>
          </a:endParaRPr>
        </a:p>
      </dgm:t>
    </dgm:pt>
    <dgm:pt modelId="{5890C31E-3310-46A7-8CD3-9FCF5198C44D}" type="sibTrans" cxnId="{17531829-9B1A-4E62-B08B-F458F3A92C5D}">
      <dgm:prSet/>
      <dgm:spPr/>
      <dgm:t>
        <a:bodyPr/>
        <a:lstStyle/>
        <a:p>
          <a:endParaRPr lang="pt-BR" b="0" cap="none" spc="0">
            <a:ln w="0"/>
            <a:solidFill>
              <a:schemeClr val="accent1"/>
            </a:solidFill>
            <a:effectLst>
              <a:outerShdw blurRad="38100" dist="25400" dir="5400000" algn="ctr" rotWithShape="0">
                <a:srgbClr val="6E747A">
                  <a:alpha val="43000"/>
                </a:srgbClr>
              </a:outerShdw>
            </a:effectLst>
          </a:endParaRPr>
        </a:p>
      </dgm:t>
    </dgm:pt>
    <dgm:pt modelId="{849281F1-EA0F-4672-BD8A-26469D96C817}">
      <dgm:prSet/>
      <dgm:spPr/>
      <dgm:t>
        <a:bodyPr/>
        <a:lstStyle/>
        <a:p>
          <a:r>
            <a:rPr lang="pt-BR" b="0" cap="none" spc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Empregado</a:t>
          </a:r>
        </a:p>
        <a:p>
          <a:r>
            <a:rPr lang="pt-BR" b="0" cap="none" spc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A</a:t>
          </a:r>
          <a:endParaRPr lang="pt-BR" b="0" cap="none" spc="0" dirty="0">
            <a:ln w="0"/>
            <a:effectLst>
              <a:outerShdw blurRad="38100" dist="25400" dir="5400000" algn="ctr" rotWithShape="0">
                <a:srgbClr val="6E747A">
                  <a:alpha val="43000"/>
                </a:srgbClr>
              </a:outerShdw>
            </a:effectLst>
          </a:endParaRPr>
        </a:p>
      </dgm:t>
    </dgm:pt>
    <dgm:pt modelId="{29D5FE80-2A12-448F-A4D8-D06E8D2B2BD5}" type="parTrans" cxnId="{E185F307-8413-4F68-A0CD-2A1A4914FC77}">
      <dgm:prSet/>
      <dgm:spPr/>
      <dgm:t>
        <a:bodyPr/>
        <a:lstStyle/>
        <a:p>
          <a:endParaRPr lang="pt-BR" b="0" cap="none" spc="0">
            <a:ln w="0"/>
            <a:solidFill>
              <a:schemeClr val="accent1"/>
            </a:solidFill>
            <a:effectLst>
              <a:outerShdw blurRad="38100" dist="25400" dir="5400000" algn="ctr" rotWithShape="0">
                <a:srgbClr val="6E747A">
                  <a:alpha val="43000"/>
                </a:srgbClr>
              </a:outerShdw>
            </a:effectLst>
          </a:endParaRPr>
        </a:p>
      </dgm:t>
    </dgm:pt>
    <dgm:pt modelId="{0E978783-B3C5-403B-AE73-4E14B3C01010}" type="sibTrans" cxnId="{E185F307-8413-4F68-A0CD-2A1A4914FC77}">
      <dgm:prSet/>
      <dgm:spPr/>
      <dgm:t>
        <a:bodyPr/>
        <a:lstStyle/>
        <a:p>
          <a:endParaRPr lang="pt-BR" b="0" cap="none" spc="0">
            <a:ln w="0"/>
            <a:solidFill>
              <a:schemeClr val="accent1"/>
            </a:solidFill>
            <a:effectLst>
              <a:outerShdw blurRad="38100" dist="25400" dir="5400000" algn="ctr" rotWithShape="0">
                <a:srgbClr val="6E747A">
                  <a:alpha val="43000"/>
                </a:srgbClr>
              </a:outerShdw>
            </a:effectLst>
          </a:endParaRPr>
        </a:p>
      </dgm:t>
    </dgm:pt>
    <dgm:pt modelId="{7D32301D-E8B8-47EF-B995-779FF7DFD00A}">
      <dgm:prSet/>
      <dgm:spPr/>
      <dgm:t>
        <a:bodyPr/>
        <a:lstStyle/>
        <a:p>
          <a:r>
            <a:rPr lang="pt-BR" b="0" cap="none" spc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Empregado</a:t>
          </a:r>
        </a:p>
        <a:p>
          <a:r>
            <a:rPr lang="pt-BR" b="0" cap="none" spc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D</a:t>
          </a:r>
          <a:endParaRPr lang="pt-BR" b="0" cap="none" spc="0" dirty="0">
            <a:ln w="0"/>
            <a:effectLst>
              <a:outerShdw blurRad="38100" dist="25400" dir="5400000" algn="ctr" rotWithShape="0">
                <a:srgbClr val="6E747A">
                  <a:alpha val="43000"/>
                </a:srgbClr>
              </a:outerShdw>
            </a:effectLst>
          </a:endParaRPr>
        </a:p>
      </dgm:t>
    </dgm:pt>
    <dgm:pt modelId="{8DEFB33E-EC9E-4F39-8351-77342E16FB05}" type="parTrans" cxnId="{8DBB64DA-A19D-4DA9-A773-267A28EF7AF4}">
      <dgm:prSet/>
      <dgm:spPr/>
      <dgm:t>
        <a:bodyPr/>
        <a:lstStyle/>
        <a:p>
          <a:endParaRPr lang="pt-BR" b="0" cap="none" spc="0">
            <a:ln w="0"/>
            <a:solidFill>
              <a:schemeClr val="accent1"/>
            </a:solidFill>
            <a:effectLst>
              <a:outerShdw blurRad="38100" dist="25400" dir="5400000" algn="ctr" rotWithShape="0">
                <a:srgbClr val="6E747A">
                  <a:alpha val="43000"/>
                </a:srgbClr>
              </a:outerShdw>
            </a:effectLst>
          </a:endParaRPr>
        </a:p>
      </dgm:t>
    </dgm:pt>
    <dgm:pt modelId="{0B420645-6A3E-4F5D-AF65-7A330D5D71BA}" type="sibTrans" cxnId="{8DBB64DA-A19D-4DA9-A773-267A28EF7AF4}">
      <dgm:prSet/>
      <dgm:spPr/>
      <dgm:t>
        <a:bodyPr/>
        <a:lstStyle/>
        <a:p>
          <a:endParaRPr lang="pt-BR" b="0" cap="none" spc="0">
            <a:ln w="0"/>
            <a:solidFill>
              <a:schemeClr val="accent1"/>
            </a:solidFill>
            <a:effectLst>
              <a:outerShdw blurRad="38100" dist="25400" dir="5400000" algn="ctr" rotWithShape="0">
                <a:srgbClr val="6E747A">
                  <a:alpha val="43000"/>
                </a:srgbClr>
              </a:outerShdw>
            </a:effectLst>
          </a:endParaRPr>
        </a:p>
      </dgm:t>
    </dgm:pt>
    <dgm:pt modelId="{485CDCA7-B681-49B8-903B-B06709116125}">
      <dgm:prSet/>
      <dgm:spPr/>
      <dgm:t>
        <a:bodyPr/>
        <a:lstStyle/>
        <a:p>
          <a:r>
            <a:rPr lang="pt-BR" b="0" cap="none" spc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Empregado</a:t>
          </a:r>
        </a:p>
        <a:p>
          <a:r>
            <a:rPr lang="pt-BR" b="0" cap="none" spc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B</a:t>
          </a:r>
          <a:endParaRPr lang="pt-BR" b="0" cap="none" spc="0" dirty="0">
            <a:ln w="0"/>
            <a:effectLst>
              <a:outerShdw blurRad="38100" dist="25400" dir="5400000" algn="ctr" rotWithShape="0">
                <a:srgbClr val="6E747A">
                  <a:alpha val="43000"/>
                </a:srgbClr>
              </a:outerShdw>
            </a:effectLst>
          </a:endParaRPr>
        </a:p>
      </dgm:t>
    </dgm:pt>
    <dgm:pt modelId="{4AB0E4D1-3B81-4D21-ADD1-C206668BF85B}" type="parTrans" cxnId="{59057ABF-568A-4747-8250-45E4A0C16F71}">
      <dgm:prSet/>
      <dgm:spPr/>
      <dgm:t>
        <a:bodyPr/>
        <a:lstStyle/>
        <a:p>
          <a:endParaRPr lang="pt-BR" b="0" cap="none" spc="0">
            <a:ln w="0"/>
            <a:solidFill>
              <a:schemeClr val="accent1"/>
            </a:solidFill>
            <a:effectLst>
              <a:outerShdw blurRad="38100" dist="25400" dir="5400000" algn="ctr" rotWithShape="0">
                <a:srgbClr val="6E747A">
                  <a:alpha val="43000"/>
                </a:srgbClr>
              </a:outerShdw>
            </a:effectLst>
          </a:endParaRPr>
        </a:p>
      </dgm:t>
    </dgm:pt>
    <dgm:pt modelId="{54F590B4-DE01-4DCE-A3E4-452D17F70727}" type="sibTrans" cxnId="{59057ABF-568A-4747-8250-45E4A0C16F71}">
      <dgm:prSet/>
      <dgm:spPr/>
      <dgm:t>
        <a:bodyPr/>
        <a:lstStyle/>
        <a:p>
          <a:endParaRPr lang="pt-BR" b="0" cap="none" spc="0">
            <a:ln w="0"/>
            <a:solidFill>
              <a:schemeClr val="accent1"/>
            </a:solidFill>
            <a:effectLst>
              <a:outerShdw blurRad="38100" dist="25400" dir="5400000" algn="ctr" rotWithShape="0">
                <a:srgbClr val="6E747A">
                  <a:alpha val="43000"/>
                </a:srgbClr>
              </a:outerShdw>
            </a:effectLst>
          </a:endParaRPr>
        </a:p>
      </dgm:t>
    </dgm:pt>
    <dgm:pt modelId="{F83179A4-51AD-4B81-AE5B-C362418597EF}">
      <dgm:prSet/>
      <dgm:spPr/>
      <dgm:t>
        <a:bodyPr/>
        <a:lstStyle/>
        <a:p>
          <a:r>
            <a:rPr lang="pt-BR" b="0" cap="none" spc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Empregado</a:t>
          </a:r>
        </a:p>
        <a:p>
          <a:r>
            <a:rPr lang="pt-BR" b="0" cap="none" spc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E</a:t>
          </a:r>
          <a:endParaRPr lang="pt-BR" b="0" cap="none" spc="0" dirty="0">
            <a:ln w="0"/>
            <a:effectLst>
              <a:outerShdw blurRad="38100" dist="25400" dir="5400000" algn="ctr" rotWithShape="0">
                <a:srgbClr val="6E747A">
                  <a:alpha val="43000"/>
                </a:srgbClr>
              </a:outerShdw>
            </a:effectLst>
          </a:endParaRPr>
        </a:p>
      </dgm:t>
    </dgm:pt>
    <dgm:pt modelId="{29A42915-495D-4CE7-899B-4DB22E26DDA1}" type="parTrans" cxnId="{D76ACEA5-7931-40F4-8A65-6FB14B44CE58}">
      <dgm:prSet/>
      <dgm:spPr/>
      <dgm:t>
        <a:bodyPr/>
        <a:lstStyle/>
        <a:p>
          <a:endParaRPr lang="pt-BR" b="0" cap="none" spc="0">
            <a:ln w="0"/>
            <a:solidFill>
              <a:schemeClr val="accent1"/>
            </a:solidFill>
            <a:effectLst>
              <a:outerShdw blurRad="38100" dist="25400" dir="5400000" algn="ctr" rotWithShape="0">
                <a:srgbClr val="6E747A">
                  <a:alpha val="43000"/>
                </a:srgbClr>
              </a:outerShdw>
            </a:effectLst>
          </a:endParaRPr>
        </a:p>
      </dgm:t>
    </dgm:pt>
    <dgm:pt modelId="{864D3CA0-66CF-4D8D-AECB-B47823BE667B}" type="sibTrans" cxnId="{D76ACEA5-7931-40F4-8A65-6FB14B44CE58}">
      <dgm:prSet/>
      <dgm:spPr/>
      <dgm:t>
        <a:bodyPr/>
        <a:lstStyle/>
        <a:p>
          <a:endParaRPr lang="pt-BR" b="0" cap="none" spc="0">
            <a:ln w="0"/>
            <a:solidFill>
              <a:schemeClr val="accent1"/>
            </a:solidFill>
            <a:effectLst>
              <a:outerShdw blurRad="38100" dist="25400" dir="5400000" algn="ctr" rotWithShape="0">
                <a:srgbClr val="6E747A">
                  <a:alpha val="43000"/>
                </a:srgbClr>
              </a:outerShdw>
            </a:effectLst>
          </a:endParaRPr>
        </a:p>
      </dgm:t>
    </dgm:pt>
    <dgm:pt modelId="{F653FCE3-1777-4461-B47A-68339790E0CE}">
      <dgm:prSet/>
      <dgm:spPr/>
      <dgm:t>
        <a:bodyPr/>
        <a:lstStyle/>
        <a:p>
          <a:r>
            <a:rPr lang="pt-BR" b="0" cap="none" spc="0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Empregado</a:t>
          </a:r>
        </a:p>
        <a:p>
          <a:r>
            <a:rPr lang="pt-BR" b="0" cap="none" spc="0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C</a:t>
          </a:r>
        </a:p>
      </dgm:t>
    </dgm:pt>
    <dgm:pt modelId="{ED53F56D-6D4F-4033-88B0-2A67E4F5E144}" type="parTrans" cxnId="{EE90A478-0187-4DD1-B942-B0ADED6C219A}">
      <dgm:prSet/>
      <dgm:spPr/>
      <dgm:t>
        <a:bodyPr/>
        <a:lstStyle/>
        <a:p>
          <a:endParaRPr lang="pt-BR" b="0" cap="none" spc="0">
            <a:ln w="0"/>
            <a:solidFill>
              <a:schemeClr val="accent1"/>
            </a:solidFill>
            <a:effectLst>
              <a:outerShdw blurRad="38100" dist="25400" dir="5400000" algn="ctr" rotWithShape="0">
                <a:srgbClr val="6E747A">
                  <a:alpha val="43000"/>
                </a:srgbClr>
              </a:outerShdw>
            </a:effectLst>
          </a:endParaRPr>
        </a:p>
      </dgm:t>
    </dgm:pt>
    <dgm:pt modelId="{30302624-1A52-4644-A2F9-424BF7293E97}" type="sibTrans" cxnId="{EE90A478-0187-4DD1-B942-B0ADED6C219A}">
      <dgm:prSet/>
      <dgm:spPr/>
      <dgm:t>
        <a:bodyPr/>
        <a:lstStyle/>
        <a:p>
          <a:endParaRPr lang="pt-BR" b="0" cap="none" spc="0">
            <a:ln w="0"/>
            <a:solidFill>
              <a:schemeClr val="accent1"/>
            </a:solidFill>
            <a:effectLst>
              <a:outerShdw blurRad="38100" dist="25400" dir="5400000" algn="ctr" rotWithShape="0">
                <a:srgbClr val="6E747A">
                  <a:alpha val="43000"/>
                </a:srgbClr>
              </a:outerShdw>
            </a:effectLst>
          </a:endParaRPr>
        </a:p>
      </dgm:t>
    </dgm:pt>
    <dgm:pt modelId="{7B806FD1-E098-41FF-9921-77D586EB01B8}">
      <dgm:prSet/>
      <dgm:spPr/>
      <dgm:t>
        <a:bodyPr/>
        <a:lstStyle/>
        <a:p>
          <a:r>
            <a:rPr lang="pt-BR" b="0" cap="none" spc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Empregado</a:t>
          </a:r>
        </a:p>
        <a:p>
          <a:r>
            <a:rPr lang="pt-BR" b="0" cap="none" spc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F</a:t>
          </a:r>
          <a:endParaRPr lang="pt-BR" b="0" cap="none" spc="0" dirty="0">
            <a:ln w="0"/>
            <a:effectLst>
              <a:outerShdw blurRad="38100" dist="25400" dir="5400000" algn="ctr" rotWithShape="0">
                <a:srgbClr val="6E747A">
                  <a:alpha val="43000"/>
                </a:srgbClr>
              </a:outerShdw>
            </a:effectLst>
          </a:endParaRPr>
        </a:p>
      </dgm:t>
    </dgm:pt>
    <dgm:pt modelId="{96555E94-6F13-43C9-9332-F276DF346AB2}" type="parTrans" cxnId="{2EB3891F-0139-4738-8990-6A2C48883C78}">
      <dgm:prSet/>
      <dgm:spPr/>
      <dgm:t>
        <a:bodyPr/>
        <a:lstStyle/>
        <a:p>
          <a:endParaRPr lang="pt-BR" b="0" cap="none" spc="0">
            <a:ln w="0"/>
            <a:solidFill>
              <a:schemeClr val="accent1"/>
            </a:solidFill>
            <a:effectLst>
              <a:outerShdw blurRad="38100" dist="25400" dir="5400000" algn="ctr" rotWithShape="0">
                <a:srgbClr val="6E747A">
                  <a:alpha val="43000"/>
                </a:srgbClr>
              </a:outerShdw>
            </a:effectLst>
          </a:endParaRPr>
        </a:p>
      </dgm:t>
    </dgm:pt>
    <dgm:pt modelId="{783A0593-857B-4475-AA74-144B866853B3}" type="sibTrans" cxnId="{2EB3891F-0139-4738-8990-6A2C48883C78}">
      <dgm:prSet/>
      <dgm:spPr/>
      <dgm:t>
        <a:bodyPr/>
        <a:lstStyle/>
        <a:p>
          <a:endParaRPr lang="pt-BR" b="0" cap="none" spc="0">
            <a:ln w="0"/>
            <a:solidFill>
              <a:schemeClr val="accent1"/>
            </a:solidFill>
            <a:effectLst>
              <a:outerShdw blurRad="38100" dist="25400" dir="5400000" algn="ctr" rotWithShape="0">
                <a:srgbClr val="6E747A">
                  <a:alpha val="43000"/>
                </a:srgbClr>
              </a:outerShdw>
            </a:effectLst>
          </a:endParaRPr>
        </a:p>
      </dgm:t>
    </dgm:pt>
    <dgm:pt modelId="{A6E93AAB-5372-4ABD-AA11-C854309DFEEB}" type="pres">
      <dgm:prSet presAssocID="{CD5B26F9-7A87-4A30-871F-D85D9583005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97E858A-279F-43B7-9A23-95C0AAE3084F}" type="pres">
      <dgm:prSet presAssocID="{8D9AD4A7-B244-47E2-B566-AA84758F79C4}" presName="hierRoot1" presStyleCnt="0"/>
      <dgm:spPr/>
    </dgm:pt>
    <dgm:pt modelId="{045D3633-136F-447F-B870-46FD1E0F88D4}" type="pres">
      <dgm:prSet presAssocID="{8D9AD4A7-B244-47E2-B566-AA84758F79C4}" presName="composite" presStyleCnt="0"/>
      <dgm:spPr/>
    </dgm:pt>
    <dgm:pt modelId="{97E181B0-A224-4305-B841-8FC2AE697EF0}" type="pres">
      <dgm:prSet presAssocID="{8D9AD4A7-B244-47E2-B566-AA84758F79C4}" presName="background" presStyleLbl="node0" presStyleIdx="0" presStyleCnt="1"/>
      <dgm:spPr/>
    </dgm:pt>
    <dgm:pt modelId="{0EE9EB6F-5D21-4CC7-B2AC-4C44DD36BB18}" type="pres">
      <dgm:prSet presAssocID="{8D9AD4A7-B244-47E2-B566-AA84758F79C4}" presName="text" presStyleLbl="fgAcc0" presStyleIdx="0" presStyleCnt="1">
        <dgm:presLayoutVars>
          <dgm:chPref val="3"/>
        </dgm:presLayoutVars>
      </dgm:prSet>
      <dgm:spPr/>
    </dgm:pt>
    <dgm:pt modelId="{3CBC2F15-357E-4237-814A-3569B4109358}" type="pres">
      <dgm:prSet presAssocID="{8D9AD4A7-B244-47E2-B566-AA84758F79C4}" presName="hierChild2" presStyleCnt="0"/>
      <dgm:spPr/>
    </dgm:pt>
    <dgm:pt modelId="{E95B8118-A5C1-4B6B-A96A-0976EAF54528}" type="pres">
      <dgm:prSet presAssocID="{01AAB6FC-3ECE-450F-BD4C-4B907140E6E1}" presName="Name10" presStyleLbl="parChTrans1D2" presStyleIdx="0" presStyleCnt="3"/>
      <dgm:spPr/>
    </dgm:pt>
    <dgm:pt modelId="{41E64CDD-432F-4C9C-A5BF-BC553C4D5A13}" type="pres">
      <dgm:prSet presAssocID="{2A11A132-E7C6-4A30-ABE0-AE619B1A1A0F}" presName="hierRoot2" presStyleCnt="0"/>
      <dgm:spPr/>
    </dgm:pt>
    <dgm:pt modelId="{D62BEFE4-F958-4D1C-B646-33D6B1B968F4}" type="pres">
      <dgm:prSet presAssocID="{2A11A132-E7C6-4A30-ABE0-AE619B1A1A0F}" presName="composite2" presStyleCnt="0"/>
      <dgm:spPr/>
    </dgm:pt>
    <dgm:pt modelId="{41C2BB41-A43C-49FA-86F2-0B16B85BCEEF}" type="pres">
      <dgm:prSet presAssocID="{2A11A132-E7C6-4A30-ABE0-AE619B1A1A0F}" presName="background2" presStyleLbl="node2" presStyleIdx="0" presStyleCnt="3"/>
      <dgm:spPr/>
    </dgm:pt>
    <dgm:pt modelId="{A323F945-23B3-42BC-AB94-35F73F6A8E79}" type="pres">
      <dgm:prSet presAssocID="{2A11A132-E7C6-4A30-ABE0-AE619B1A1A0F}" presName="text2" presStyleLbl="fgAcc2" presStyleIdx="0" presStyleCnt="3">
        <dgm:presLayoutVars>
          <dgm:chPref val="3"/>
        </dgm:presLayoutVars>
      </dgm:prSet>
      <dgm:spPr/>
    </dgm:pt>
    <dgm:pt modelId="{E7FC7D66-5C87-48F8-8762-F71342C71B4F}" type="pres">
      <dgm:prSet presAssocID="{2A11A132-E7C6-4A30-ABE0-AE619B1A1A0F}" presName="hierChild3" presStyleCnt="0"/>
      <dgm:spPr/>
    </dgm:pt>
    <dgm:pt modelId="{FD46FEAB-61CB-43F1-9A09-DA7DE0AE38F5}" type="pres">
      <dgm:prSet presAssocID="{29D5FE80-2A12-448F-A4D8-D06E8D2B2BD5}" presName="Name17" presStyleLbl="parChTrans1D3" presStyleIdx="0" presStyleCnt="6"/>
      <dgm:spPr/>
    </dgm:pt>
    <dgm:pt modelId="{EE2D8FDD-7AD8-449E-86B4-A1CCA2B7813D}" type="pres">
      <dgm:prSet presAssocID="{849281F1-EA0F-4672-BD8A-26469D96C817}" presName="hierRoot3" presStyleCnt="0"/>
      <dgm:spPr/>
    </dgm:pt>
    <dgm:pt modelId="{8CC39DAB-5F27-4D2B-A379-3A4985489702}" type="pres">
      <dgm:prSet presAssocID="{849281F1-EA0F-4672-BD8A-26469D96C817}" presName="composite3" presStyleCnt="0"/>
      <dgm:spPr/>
    </dgm:pt>
    <dgm:pt modelId="{0D8D8256-1E62-4DC6-8821-F48507CA30C2}" type="pres">
      <dgm:prSet presAssocID="{849281F1-EA0F-4672-BD8A-26469D96C817}" presName="background3" presStyleLbl="node3" presStyleIdx="0" presStyleCnt="6"/>
      <dgm:spPr/>
    </dgm:pt>
    <dgm:pt modelId="{385DA884-F49F-4D67-B875-16C6DE153318}" type="pres">
      <dgm:prSet presAssocID="{849281F1-EA0F-4672-BD8A-26469D96C817}" presName="text3" presStyleLbl="fgAcc3" presStyleIdx="0" presStyleCnt="6">
        <dgm:presLayoutVars>
          <dgm:chPref val="3"/>
        </dgm:presLayoutVars>
      </dgm:prSet>
      <dgm:spPr/>
    </dgm:pt>
    <dgm:pt modelId="{6F806188-EE4C-428B-9E52-45C1953F460B}" type="pres">
      <dgm:prSet presAssocID="{849281F1-EA0F-4672-BD8A-26469D96C817}" presName="hierChild4" presStyleCnt="0"/>
      <dgm:spPr/>
    </dgm:pt>
    <dgm:pt modelId="{24C689BD-005C-4D77-822F-039456381384}" type="pres">
      <dgm:prSet presAssocID="{8DEFB33E-EC9E-4F39-8351-77342E16FB05}" presName="Name17" presStyleLbl="parChTrans1D3" presStyleIdx="1" presStyleCnt="6"/>
      <dgm:spPr/>
    </dgm:pt>
    <dgm:pt modelId="{E6E97132-8F7A-4A19-8BE9-F2E2462DEE33}" type="pres">
      <dgm:prSet presAssocID="{7D32301D-E8B8-47EF-B995-779FF7DFD00A}" presName="hierRoot3" presStyleCnt="0"/>
      <dgm:spPr/>
    </dgm:pt>
    <dgm:pt modelId="{AE81B065-7834-4C3E-8E3D-929858707E73}" type="pres">
      <dgm:prSet presAssocID="{7D32301D-E8B8-47EF-B995-779FF7DFD00A}" presName="composite3" presStyleCnt="0"/>
      <dgm:spPr/>
    </dgm:pt>
    <dgm:pt modelId="{CA5497F2-B002-4113-A2ED-797836191282}" type="pres">
      <dgm:prSet presAssocID="{7D32301D-E8B8-47EF-B995-779FF7DFD00A}" presName="background3" presStyleLbl="node3" presStyleIdx="1" presStyleCnt="6"/>
      <dgm:spPr/>
    </dgm:pt>
    <dgm:pt modelId="{DFB92B99-E48F-41A0-8C1D-0F71AA082CDD}" type="pres">
      <dgm:prSet presAssocID="{7D32301D-E8B8-47EF-B995-779FF7DFD00A}" presName="text3" presStyleLbl="fgAcc3" presStyleIdx="1" presStyleCnt="6">
        <dgm:presLayoutVars>
          <dgm:chPref val="3"/>
        </dgm:presLayoutVars>
      </dgm:prSet>
      <dgm:spPr/>
    </dgm:pt>
    <dgm:pt modelId="{71ACADE1-A88F-4D9E-B583-5722A1B26C7F}" type="pres">
      <dgm:prSet presAssocID="{7D32301D-E8B8-47EF-B995-779FF7DFD00A}" presName="hierChild4" presStyleCnt="0"/>
      <dgm:spPr/>
    </dgm:pt>
    <dgm:pt modelId="{AD8F71B8-D69F-4CC0-9045-06B3BBDDF63C}" type="pres">
      <dgm:prSet presAssocID="{385C7F9B-734E-4D1B-9439-89876BAEF6B5}" presName="Name10" presStyleLbl="parChTrans1D2" presStyleIdx="1" presStyleCnt="3"/>
      <dgm:spPr/>
    </dgm:pt>
    <dgm:pt modelId="{997C3711-C738-4D19-8D7C-4940618969C0}" type="pres">
      <dgm:prSet presAssocID="{25CA5A08-970A-4C95-A331-205F8ADCD795}" presName="hierRoot2" presStyleCnt="0"/>
      <dgm:spPr/>
    </dgm:pt>
    <dgm:pt modelId="{6AA86DE5-3B85-498D-8644-F6C7FB1D1EC3}" type="pres">
      <dgm:prSet presAssocID="{25CA5A08-970A-4C95-A331-205F8ADCD795}" presName="composite2" presStyleCnt="0"/>
      <dgm:spPr/>
    </dgm:pt>
    <dgm:pt modelId="{EF7DC77B-4489-49A6-B012-95B4073592F4}" type="pres">
      <dgm:prSet presAssocID="{25CA5A08-970A-4C95-A331-205F8ADCD795}" presName="background2" presStyleLbl="node2" presStyleIdx="1" presStyleCnt="3"/>
      <dgm:spPr/>
    </dgm:pt>
    <dgm:pt modelId="{C2D8E298-7DC5-43CC-A373-0F6C2C39EE5D}" type="pres">
      <dgm:prSet presAssocID="{25CA5A08-970A-4C95-A331-205F8ADCD795}" presName="text2" presStyleLbl="fgAcc2" presStyleIdx="1" presStyleCnt="3">
        <dgm:presLayoutVars>
          <dgm:chPref val="3"/>
        </dgm:presLayoutVars>
      </dgm:prSet>
      <dgm:spPr/>
    </dgm:pt>
    <dgm:pt modelId="{6E346BB8-16B0-40E4-9360-70D7CB79BAA4}" type="pres">
      <dgm:prSet presAssocID="{25CA5A08-970A-4C95-A331-205F8ADCD795}" presName="hierChild3" presStyleCnt="0"/>
      <dgm:spPr/>
    </dgm:pt>
    <dgm:pt modelId="{4159E432-AFD1-43F9-BDB7-BBE90DAA9B6A}" type="pres">
      <dgm:prSet presAssocID="{4AB0E4D1-3B81-4D21-ADD1-C206668BF85B}" presName="Name17" presStyleLbl="parChTrans1D3" presStyleIdx="2" presStyleCnt="6"/>
      <dgm:spPr/>
    </dgm:pt>
    <dgm:pt modelId="{E87C8BA4-6511-46BF-83DE-DBCFDEEAF004}" type="pres">
      <dgm:prSet presAssocID="{485CDCA7-B681-49B8-903B-B06709116125}" presName="hierRoot3" presStyleCnt="0"/>
      <dgm:spPr/>
    </dgm:pt>
    <dgm:pt modelId="{8B5FB76C-B1E7-451C-BF9B-3D5E105D8B29}" type="pres">
      <dgm:prSet presAssocID="{485CDCA7-B681-49B8-903B-B06709116125}" presName="composite3" presStyleCnt="0"/>
      <dgm:spPr/>
    </dgm:pt>
    <dgm:pt modelId="{890BFD09-0830-41AD-AF69-E5AEB59E43CE}" type="pres">
      <dgm:prSet presAssocID="{485CDCA7-B681-49B8-903B-B06709116125}" presName="background3" presStyleLbl="node3" presStyleIdx="2" presStyleCnt="6"/>
      <dgm:spPr/>
    </dgm:pt>
    <dgm:pt modelId="{BC6B1766-6219-4B96-81F5-0342B01962CB}" type="pres">
      <dgm:prSet presAssocID="{485CDCA7-B681-49B8-903B-B06709116125}" presName="text3" presStyleLbl="fgAcc3" presStyleIdx="2" presStyleCnt="6">
        <dgm:presLayoutVars>
          <dgm:chPref val="3"/>
        </dgm:presLayoutVars>
      </dgm:prSet>
      <dgm:spPr/>
    </dgm:pt>
    <dgm:pt modelId="{04AACF1F-92F5-4388-BB30-C517BD980701}" type="pres">
      <dgm:prSet presAssocID="{485CDCA7-B681-49B8-903B-B06709116125}" presName="hierChild4" presStyleCnt="0"/>
      <dgm:spPr/>
    </dgm:pt>
    <dgm:pt modelId="{9BD08995-3BFC-4189-96E3-64D6C8728A9A}" type="pres">
      <dgm:prSet presAssocID="{29A42915-495D-4CE7-899B-4DB22E26DDA1}" presName="Name17" presStyleLbl="parChTrans1D3" presStyleIdx="3" presStyleCnt="6"/>
      <dgm:spPr/>
    </dgm:pt>
    <dgm:pt modelId="{25BCE02A-EB07-4B95-8171-34FCE8977431}" type="pres">
      <dgm:prSet presAssocID="{F83179A4-51AD-4B81-AE5B-C362418597EF}" presName="hierRoot3" presStyleCnt="0"/>
      <dgm:spPr/>
    </dgm:pt>
    <dgm:pt modelId="{E3E23E21-A706-4EB5-8C2D-3D252CAA5D67}" type="pres">
      <dgm:prSet presAssocID="{F83179A4-51AD-4B81-AE5B-C362418597EF}" presName="composite3" presStyleCnt="0"/>
      <dgm:spPr/>
    </dgm:pt>
    <dgm:pt modelId="{D329FA8A-55C0-4A54-86E7-FD7BB81502C7}" type="pres">
      <dgm:prSet presAssocID="{F83179A4-51AD-4B81-AE5B-C362418597EF}" presName="background3" presStyleLbl="node3" presStyleIdx="3" presStyleCnt="6"/>
      <dgm:spPr/>
    </dgm:pt>
    <dgm:pt modelId="{CEACD1D5-8082-45A0-B9B6-8222D2777405}" type="pres">
      <dgm:prSet presAssocID="{F83179A4-51AD-4B81-AE5B-C362418597EF}" presName="text3" presStyleLbl="fgAcc3" presStyleIdx="3" presStyleCnt="6">
        <dgm:presLayoutVars>
          <dgm:chPref val="3"/>
        </dgm:presLayoutVars>
      </dgm:prSet>
      <dgm:spPr/>
    </dgm:pt>
    <dgm:pt modelId="{C621DC85-5608-45C4-983B-96AD1B61E4BD}" type="pres">
      <dgm:prSet presAssocID="{F83179A4-51AD-4B81-AE5B-C362418597EF}" presName="hierChild4" presStyleCnt="0"/>
      <dgm:spPr/>
    </dgm:pt>
    <dgm:pt modelId="{C383172C-53D0-48A0-B6DF-FCAF8F04BDCA}" type="pres">
      <dgm:prSet presAssocID="{168BEDAD-7619-4302-A06E-EC91D85AE471}" presName="Name10" presStyleLbl="parChTrans1D2" presStyleIdx="2" presStyleCnt="3"/>
      <dgm:spPr/>
    </dgm:pt>
    <dgm:pt modelId="{49795B14-0CF0-419E-8212-6EE073577D07}" type="pres">
      <dgm:prSet presAssocID="{5956B56B-3393-49C8-BDAC-7073168E48FE}" presName="hierRoot2" presStyleCnt="0"/>
      <dgm:spPr/>
    </dgm:pt>
    <dgm:pt modelId="{9DBB0654-F07B-4D25-A75A-BE2D3A403325}" type="pres">
      <dgm:prSet presAssocID="{5956B56B-3393-49C8-BDAC-7073168E48FE}" presName="composite2" presStyleCnt="0"/>
      <dgm:spPr/>
    </dgm:pt>
    <dgm:pt modelId="{3B350394-CE4D-4989-9523-6CA23CED5FB5}" type="pres">
      <dgm:prSet presAssocID="{5956B56B-3393-49C8-BDAC-7073168E48FE}" presName="background2" presStyleLbl="node2" presStyleIdx="2" presStyleCnt="3"/>
      <dgm:spPr/>
    </dgm:pt>
    <dgm:pt modelId="{A8B4A8AD-1870-4153-A7CD-FB44044B4944}" type="pres">
      <dgm:prSet presAssocID="{5956B56B-3393-49C8-BDAC-7073168E48FE}" presName="text2" presStyleLbl="fgAcc2" presStyleIdx="2" presStyleCnt="3">
        <dgm:presLayoutVars>
          <dgm:chPref val="3"/>
        </dgm:presLayoutVars>
      </dgm:prSet>
      <dgm:spPr/>
    </dgm:pt>
    <dgm:pt modelId="{66A8BE4F-33A8-4AFA-887D-79D628E06C21}" type="pres">
      <dgm:prSet presAssocID="{5956B56B-3393-49C8-BDAC-7073168E48FE}" presName="hierChild3" presStyleCnt="0"/>
      <dgm:spPr/>
    </dgm:pt>
    <dgm:pt modelId="{76571055-D988-48C2-AA54-F4C179FE8766}" type="pres">
      <dgm:prSet presAssocID="{ED53F56D-6D4F-4033-88B0-2A67E4F5E144}" presName="Name17" presStyleLbl="parChTrans1D3" presStyleIdx="4" presStyleCnt="6"/>
      <dgm:spPr/>
    </dgm:pt>
    <dgm:pt modelId="{552B80BF-4EF0-4333-AC77-CCCAD0DBF53C}" type="pres">
      <dgm:prSet presAssocID="{F653FCE3-1777-4461-B47A-68339790E0CE}" presName="hierRoot3" presStyleCnt="0"/>
      <dgm:spPr/>
    </dgm:pt>
    <dgm:pt modelId="{4EF33103-C542-4E4A-80BE-C60BCE8E6D63}" type="pres">
      <dgm:prSet presAssocID="{F653FCE3-1777-4461-B47A-68339790E0CE}" presName="composite3" presStyleCnt="0"/>
      <dgm:spPr/>
    </dgm:pt>
    <dgm:pt modelId="{816A6BE5-F4F9-45F1-8C02-E0E5DFF39576}" type="pres">
      <dgm:prSet presAssocID="{F653FCE3-1777-4461-B47A-68339790E0CE}" presName="background3" presStyleLbl="node3" presStyleIdx="4" presStyleCnt="6"/>
      <dgm:spPr/>
    </dgm:pt>
    <dgm:pt modelId="{BEB94356-BC0A-401D-9ACC-BD8994F0A6AF}" type="pres">
      <dgm:prSet presAssocID="{F653FCE3-1777-4461-B47A-68339790E0CE}" presName="text3" presStyleLbl="fgAcc3" presStyleIdx="4" presStyleCnt="6">
        <dgm:presLayoutVars>
          <dgm:chPref val="3"/>
        </dgm:presLayoutVars>
      </dgm:prSet>
      <dgm:spPr/>
    </dgm:pt>
    <dgm:pt modelId="{F766E565-3E42-4C7B-9320-CE9DF8A6EE98}" type="pres">
      <dgm:prSet presAssocID="{F653FCE3-1777-4461-B47A-68339790E0CE}" presName="hierChild4" presStyleCnt="0"/>
      <dgm:spPr/>
    </dgm:pt>
    <dgm:pt modelId="{581A9770-9045-4803-B434-5F4271A9A0E8}" type="pres">
      <dgm:prSet presAssocID="{96555E94-6F13-43C9-9332-F276DF346AB2}" presName="Name17" presStyleLbl="parChTrans1D3" presStyleIdx="5" presStyleCnt="6"/>
      <dgm:spPr/>
    </dgm:pt>
    <dgm:pt modelId="{77C954C5-2CDA-4662-BFED-8F58E704118A}" type="pres">
      <dgm:prSet presAssocID="{7B806FD1-E098-41FF-9921-77D586EB01B8}" presName="hierRoot3" presStyleCnt="0"/>
      <dgm:spPr/>
    </dgm:pt>
    <dgm:pt modelId="{A50DE2A9-7D7C-406B-B776-8E3250C03FC8}" type="pres">
      <dgm:prSet presAssocID="{7B806FD1-E098-41FF-9921-77D586EB01B8}" presName="composite3" presStyleCnt="0"/>
      <dgm:spPr/>
    </dgm:pt>
    <dgm:pt modelId="{D3E80B23-89B2-4C4A-A20A-0F1B54F5C957}" type="pres">
      <dgm:prSet presAssocID="{7B806FD1-E098-41FF-9921-77D586EB01B8}" presName="background3" presStyleLbl="node3" presStyleIdx="5" presStyleCnt="6"/>
      <dgm:spPr/>
    </dgm:pt>
    <dgm:pt modelId="{F5C3D8E4-C928-400B-9124-3E5AE2B8854E}" type="pres">
      <dgm:prSet presAssocID="{7B806FD1-E098-41FF-9921-77D586EB01B8}" presName="text3" presStyleLbl="fgAcc3" presStyleIdx="5" presStyleCnt="6">
        <dgm:presLayoutVars>
          <dgm:chPref val="3"/>
        </dgm:presLayoutVars>
      </dgm:prSet>
      <dgm:spPr/>
    </dgm:pt>
    <dgm:pt modelId="{AE5D43C4-1064-45EC-A314-1A09208B5CFF}" type="pres">
      <dgm:prSet presAssocID="{7B806FD1-E098-41FF-9921-77D586EB01B8}" presName="hierChild4" presStyleCnt="0"/>
      <dgm:spPr/>
    </dgm:pt>
  </dgm:ptLst>
  <dgm:cxnLst>
    <dgm:cxn modelId="{E185F307-8413-4F68-A0CD-2A1A4914FC77}" srcId="{2A11A132-E7C6-4A30-ABE0-AE619B1A1A0F}" destId="{849281F1-EA0F-4672-BD8A-26469D96C817}" srcOrd="0" destOrd="0" parTransId="{29D5FE80-2A12-448F-A4D8-D06E8D2B2BD5}" sibTransId="{0E978783-B3C5-403B-AE73-4E14B3C01010}"/>
    <dgm:cxn modelId="{8B2CE111-7178-401B-88B0-734E19EF96E7}" type="presOf" srcId="{4AB0E4D1-3B81-4D21-ADD1-C206668BF85B}" destId="{4159E432-AFD1-43F9-BDB7-BBE90DAA9B6A}" srcOrd="0" destOrd="0" presId="urn:microsoft.com/office/officeart/2005/8/layout/hierarchy1"/>
    <dgm:cxn modelId="{668FF31A-112C-45FA-8545-6F20CF2A2909}" type="presOf" srcId="{F83179A4-51AD-4B81-AE5B-C362418597EF}" destId="{CEACD1D5-8082-45A0-B9B6-8222D2777405}" srcOrd="0" destOrd="0" presId="urn:microsoft.com/office/officeart/2005/8/layout/hierarchy1"/>
    <dgm:cxn modelId="{10037A1D-BC95-434E-BA21-8B1D020373C3}" type="presOf" srcId="{29A42915-495D-4CE7-899B-4DB22E26DDA1}" destId="{9BD08995-3BFC-4189-96E3-64D6C8728A9A}" srcOrd="0" destOrd="0" presId="urn:microsoft.com/office/officeart/2005/8/layout/hierarchy1"/>
    <dgm:cxn modelId="{2EB3891F-0139-4738-8990-6A2C48883C78}" srcId="{5956B56B-3393-49C8-BDAC-7073168E48FE}" destId="{7B806FD1-E098-41FF-9921-77D586EB01B8}" srcOrd="1" destOrd="0" parTransId="{96555E94-6F13-43C9-9332-F276DF346AB2}" sibTransId="{783A0593-857B-4475-AA74-144B866853B3}"/>
    <dgm:cxn modelId="{17531829-9B1A-4E62-B08B-F458F3A92C5D}" srcId="{8D9AD4A7-B244-47E2-B566-AA84758F79C4}" destId="{5956B56B-3393-49C8-BDAC-7073168E48FE}" srcOrd="2" destOrd="0" parTransId="{168BEDAD-7619-4302-A06E-EC91D85AE471}" sibTransId="{5890C31E-3310-46A7-8CD3-9FCF5198C44D}"/>
    <dgm:cxn modelId="{4F970B61-B414-444E-B45C-69D29A0BADD4}" type="presOf" srcId="{8DEFB33E-EC9E-4F39-8351-77342E16FB05}" destId="{24C689BD-005C-4D77-822F-039456381384}" srcOrd="0" destOrd="0" presId="urn:microsoft.com/office/officeart/2005/8/layout/hierarchy1"/>
    <dgm:cxn modelId="{A9300249-6057-466F-9D98-C3ECB1C94A6E}" srcId="{8D9AD4A7-B244-47E2-B566-AA84758F79C4}" destId="{2A11A132-E7C6-4A30-ABE0-AE619B1A1A0F}" srcOrd="0" destOrd="0" parTransId="{01AAB6FC-3ECE-450F-BD4C-4B907140E6E1}" sibTransId="{03B9EFDC-19C3-4C07-8B5C-06E5BDC7DB64}"/>
    <dgm:cxn modelId="{53F1826E-0B1B-4B08-8633-2959D980365D}" srcId="{8D9AD4A7-B244-47E2-B566-AA84758F79C4}" destId="{25CA5A08-970A-4C95-A331-205F8ADCD795}" srcOrd="1" destOrd="0" parTransId="{385C7F9B-734E-4D1B-9439-89876BAEF6B5}" sibTransId="{83CB9A66-1AF1-4285-A714-9F1BEEF7ADF2}"/>
    <dgm:cxn modelId="{05966975-6943-45B8-9A4F-C82167DA4487}" type="presOf" srcId="{96555E94-6F13-43C9-9332-F276DF346AB2}" destId="{581A9770-9045-4803-B434-5F4271A9A0E8}" srcOrd="0" destOrd="0" presId="urn:microsoft.com/office/officeart/2005/8/layout/hierarchy1"/>
    <dgm:cxn modelId="{510D7657-ED30-43FE-9522-8777EB6B3658}" type="presOf" srcId="{F653FCE3-1777-4461-B47A-68339790E0CE}" destId="{BEB94356-BC0A-401D-9ACC-BD8994F0A6AF}" srcOrd="0" destOrd="0" presId="urn:microsoft.com/office/officeart/2005/8/layout/hierarchy1"/>
    <dgm:cxn modelId="{5E9F4478-C413-4F27-ACB3-DB5A504B59C8}" type="presOf" srcId="{ED53F56D-6D4F-4033-88B0-2A67E4F5E144}" destId="{76571055-D988-48C2-AA54-F4C179FE8766}" srcOrd="0" destOrd="0" presId="urn:microsoft.com/office/officeart/2005/8/layout/hierarchy1"/>
    <dgm:cxn modelId="{EE90A478-0187-4DD1-B942-B0ADED6C219A}" srcId="{5956B56B-3393-49C8-BDAC-7073168E48FE}" destId="{F653FCE3-1777-4461-B47A-68339790E0CE}" srcOrd="0" destOrd="0" parTransId="{ED53F56D-6D4F-4033-88B0-2A67E4F5E144}" sibTransId="{30302624-1A52-4644-A2F9-424BF7293E97}"/>
    <dgm:cxn modelId="{7861F091-EFF4-46D7-8E17-EF1DF7A926EA}" srcId="{CD5B26F9-7A87-4A30-871F-D85D95830055}" destId="{8D9AD4A7-B244-47E2-B566-AA84758F79C4}" srcOrd="0" destOrd="0" parTransId="{97897247-06F7-4549-A54A-5F232D8CBA0C}" sibTransId="{9AF19D79-D967-47C2-AECB-91D10F8B2037}"/>
    <dgm:cxn modelId="{87B595A0-2C50-401A-8045-6E4048F1ECB2}" type="presOf" srcId="{849281F1-EA0F-4672-BD8A-26469D96C817}" destId="{385DA884-F49F-4D67-B875-16C6DE153318}" srcOrd="0" destOrd="0" presId="urn:microsoft.com/office/officeart/2005/8/layout/hierarchy1"/>
    <dgm:cxn modelId="{3600D5A4-7096-42B0-81C5-F7A9671CEEC3}" type="presOf" srcId="{2A11A132-E7C6-4A30-ABE0-AE619B1A1A0F}" destId="{A323F945-23B3-42BC-AB94-35F73F6A8E79}" srcOrd="0" destOrd="0" presId="urn:microsoft.com/office/officeart/2005/8/layout/hierarchy1"/>
    <dgm:cxn modelId="{80AB00A5-7785-478A-BEB7-6F139E49D0D2}" type="presOf" srcId="{5956B56B-3393-49C8-BDAC-7073168E48FE}" destId="{A8B4A8AD-1870-4153-A7CD-FB44044B4944}" srcOrd="0" destOrd="0" presId="urn:microsoft.com/office/officeart/2005/8/layout/hierarchy1"/>
    <dgm:cxn modelId="{D76ACEA5-7931-40F4-8A65-6FB14B44CE58}" srcId="{25CA5A08-970A-4C95-A331-205F8ADCD795}" destId="{F83179A4-51AD-4B81-AE5B-C362418597EF}" srcOrd="1" destOrd="0" parTransId="{29A42915-495D-4CE7-899B-4DB22E26DDA1}" sibTransId="{864D3CA0-66CF-4D8D-AECB-B47823BE667B}"/>
    <dgm:cxn modelId="{6E17EDB5-12AF-4986-B153-B91844871F34}" type="presOf" srcId="{8D9AD4A7-B244-47E2-B566-AA84758F79C4}" destId="{0EE9EB6F-5D21-4CC7-B2AC-4C44DD36BB18}" srcOrd="0" destOrd="0" presId="urn:microsoft.com/office/officeart/2005/8/layout/hierarchy1"/>
    <dgm:cxn modelId="{C7208DB7-A4AA-4E57-90ED-BD8B11088051}" type="presOf" srcId="{7D32301D-E8B8-47EF-B995-779FF7DFD00A}" destId="{DFB92B99-E48F-41A0-8C1D-0F71AA082CDD}" srcOrd="0" destOrd="0" presId="urn:microsoft.com/office/officeart/2005/8/layout/hierarchy1"/>
    <dgm:cxn modelId="{CEF725BF-57F0-4951-A3E6-8FB0EECD8910}" type="presOf" srcId="{485CDCA7-B681-49B8-903B-B06709116125}" destId="{BC6B1766-6219-4B96-81F5-0342B01962CB}" srcOrd="0" destOrd="0" presId="urn:microsoft.com/office/officeart/2005/8/layout/hierarchy1"/>
    <dgm:cxn modelId="{59057ABF-568A-4747-8250-45E4A0C16F71}" srcId="{25CA5A08-970A-4C95-A331-205F8ADCD795}" destId="{485CDCA7-B681-49B8-903B-B06709116125}" srcOrd="0" destOrd="0" parTransId="{4AB0E4D1-3B81-4D21-ADD1-C206668BF85B}" sibTransId="{54F590B4-DE01-4DCE-A3E4-452D17F70727}"/>
    <dgm:cxn modelId="{B4BD2EC3-EC10-4C2F-A451-E68EDF5DC4EE}" type="presOf" srcId="{25CA5A08-970A-4C95-A331-205F8ADCD795}" destId="{C2D8E298-7DC5-43CC-A373-0F6C2C39EE5D}" srcOrd="0" destOrd="0" presId="urn:microsoft.com/office/officeart/2005/8/layout/hierarchy1"/>
    <dgm:cxn modelId="{12F2D5C7-6387-49A8-8C07-6A5063D3C39C}" type="presOf" srcId="{7B806FD1-E098-41FF-9921-77D586EB01B8}" destId="{F5C3D8E4-C928-400B-9124-3E5AE2B8854E}" srcOrd="0" destOrd="0" presId="urn:microsoft.com/office/officeart/2005/8/layout/hierarchy1"/>
    <dgm:cxn modelId="{2A793DCA-9290-4666-A657-1DC23E0587EF}" type="presOf" srcId="{29D5FE80-2A12-448F-A4D8-D06E8D2B2BD5}" destId="{FD46FEAB-61CB-43F1-9A09-DA7DE0AE38F5}" srcOrd="0" destOrd="0" presId="urn:microsoft.com/office/officeart/2005/8/layout/hierarchy1"/>
    <dgm:cxn modelId="{5F956BCB-9ACD-498C-8ECD-7373431E514C}" type="presOf" srcId="{168BEDAD-7619-4302-A06E-EC91D85AE471}" destId="{C383172C-53D0-48A0-B6DF-FCAF8F04BDCA}" srcOrd="0" destOrd="0" presId="urn:microsoft.com/office/officeart/2005/8/layout/hierarchy1"/>
    <dgm:cxn modelId="{8DBB64DA-A19D-4DA9-A773-267A28EF7AF4}" srcId="{2A11A132-E7C6-4A30-ABE0-AE619B1A1A0F}" destId="{7D32301D-E8B8-47EF-B995-779FF7DFD00A}" srcOrd="1" destOrd="0" parTransId="{8DEFB33E-EC9E-4F39-8351-77342E16FB05}" sibTransId="{0B420645-6A3E-4F5D-AF65-7A330D5D71BA}"/>
    <dgm:cxn modelId="{3721B9E0-4353-46A3-81E2-0029B28E4FC6}" type="presOf" srcId="{CD5B26F9-7A87-4A30-871F-D85D95830055}" destId="{A6E93AAB-5372-4ABD-AA11-C854309DFEEB}" srcOrd="0" destOrd="0" presId="urn:microsoft.com/office/officeart/2005/8/layout/hierarchy1"/>
    <dgm:cxn modelId="{3D8576E5-17B2-4A79-A8C5-F62B0B295BBE}" type="presOf" srcId="{385C7F9B-734E-4D1B-9439-89876BAEF6B5}" destId="{AD8F71B8-D69F-4CC0-9045-06B3BBDDF63C}" srcOrd="0" destOrd="0" presId="urn:microsoft.com/office/officeart/2005/8/layout/hierarchy1"/>
    <dgm:cxn modelId="{DED7DBE5-A809-4F75-B0B7-9F382D801311}" type="presOf" srcId="{01AAB6FC-3ECE-450F-BD4C-4B907140E6E1}" destId="{E95B8118-A5C1-4B6B-A96A-0976EAF54528}" srcOrd="0" destOrd="0" presId="urn:microsoft.com/office/officeart/2005/8/layout/hierarchy1"/>
    <dgm:cxn modelId="{3B2733A6-EF77-4CF4-BBE2-401898913E82}" type="presParOf" srcId="{A6E93AAB-5372-4ABD-AA11-C854309DFEEB}" destId="{097E858A-279F-43B7-9A23-95C0AAE3084F}" srcOrd="0" destOrd="0" presId="urn:microsoft.com/office/officeart/2005/8/layout/hierarchy1"/>
    <dgm:cxn modelId="{16CDDA36-50F7-40EC-AB22-098D37C7ABA3}" type="presParOf" srcId="{097E858A-279F-43B7-9A23-95C0AAE3084F}" destId="{045D3633-136F-447F-B870-46FD1E0F88D4}" srcOrd="0" destOrd="0" presId="urn:microsoft.com/office/officeart/2005/8/layout/hierarchy1"/>
    <dgm:cxn modelId="{072F5DB1-8A1C-43DA-8DF5-EDD470E76086}" type="presParOf" srcId="{045D3633-136F-447F-B870-46FD1E0F88D4}" destId="{97E181B0-A224-4305-B841-8FC2AE697EF0}" srcOrd="0" destOrd="0" presId="urn:microsoft.com/office/officeart/2005/8/layout/hierarchy1"/>
    <dgm:cxn modelId="{B72275E2-02FC-4808-8685-320AEA418B76}" type="presParOf" srcId="{045D3633-136F-447F-B870-46FD1E0F88D4}" destId="{0EE9EB6F-5D21-4CC7-B2AC-4C44DD36BB18}" srcOrd="1" destOrd="0" presId="urn:microsoft.com/office/officeart/2005/8/layout/hierarchy1"/>
    <dgm:cxn modelId="{68D51401-785E-4664-9796-185DEBFCF385}" type="presParOf" srcId="{097E858A-279F-43B7-9A23-95C0AAE3084F}" destId="{3CBC2F15-357E-4237-814A-3569B4109358}" srcOrd="1" destOrd="0" presId="urn:microsoft.com/office/officeart/2005/8/layout/hierarchy1"/>
    <dgm:cxn modelId="{C0CFCB0E-B607-4D79-80FA-B4E5822EC081}" type="presParOf" srcId="{3CBC2F15-357E-4237-814A-3569B4109358}" destId="{E95B8118-A5C1-4B6B-A96A-0976EAF54528}" srcOrd="0" destOrd="0" presId="urn:microsoft.com/office/officeart/2005/8/layout/hierarchy1"/>
    <dgm:cxn modelId="{E8139719-0575-489C-8103-A1355A19A382}" type="presParOf" srcId="{3CBC2F15-357E-4237-814A-3569B4109358}" destId="{41E64CDD-432F-4C9C-A5BF-BC553C4D5A13}" srcOrd="1" destOrd="0" presId="urn:microsoft.com/office/officeart/2005/8/layout/hierarchy1"/>
    <dgm:cxn modelId="{480E635A-86CA-407F-A0BA-F6286F73FC34}" type="presParOf" srcId="{41E64CDD-432F-4C9C-A5BF-BC553C4D5A13}" destId="{D62BEFE4-F958-4D1C-B646-33D6B1B968F4}" srcOrd="0" destOrd="0" presId="urn:microsoft.com/office/officeart/2005/8/layout/hierarchy1"/>
    <dgm:cxn modelId="{131B4241-F188-4036-B78F-FDC375C11BCE}" type="presParOf" srcId="{D62BEFE4-F958-4D1C-B646-33D6B1B968F4}" destId="{41C2BB41-A43C-49FA-86F2-0B16B85BCEEF}" srcOrd="0" destOrd="0" presId="urn:microsoft.com/office/officeart/2005/8/layout/hierarchy1"/>
    <dgm:cxn modelId="{A6D859E3-AA75-41AB-8448-1ABDB9EDCD60}" type="presParOf" srcId="{D62BEFE4-F958-4D1C-B646-33D6B1B968F4}" destId="{A323F945-23B3-42BC-AB94-35F73F6A8E79}" srcOrd="1" destOrd="0" presId="urn:microsoft.com/office/officeart/2005/8/layout/hierarchy1"/>
    <dgm:cxn modelId="{A53EDDF5-75DF-4821-A75A-D74078E09467}" type="presParOf" srcId="{41E64CDD-432F-4C9C-A5BF-BC553C4D5A13}" destId="{E7FC7D66-5C87-48F8-8762-F71342C71B4F}" srcOrd="1" destOrd="0" presId="urn:microsoft.com/office/officeart/2005/8/layout/hierarchy1"/>
    <dgm:cxn modelId="{D9A4ECF6-DCC2-4121-A897-9056CE7BD89C}" type="presParOf" srcId="{E7FC7D66-5C87-48F8-8762-F71342C71B4F}" destId="{FD46FEAB-61CB-43F1-9A09-DA7DE0AE38F5}" srcOrd="0" destOrd="0" presId="urn:microsoft.com/office/officeart/2005/8/layout/hierarchy1"/>
    <dgm:cxn modelId="{A93BE23F-AFAE-42FA-B50A-FD8325DFD023}" type="presParOf" srcId="{E7FC7D66-5C87-48F8-8762-F71342C71B4F}" destId="{EE2D8FDD-7AD8-449E-86B4-A1CCA2B7813D}" srcOrd="1" destOrd="0" presId="urn:microsoft.com/office/officeart/2005/8/layout/hierarchy1"/>
    <dgm:cxn modelId="{329D7ED3-3C95-47AC-AE4C-536A83E279F5}" type="presParOf" srcId="{EE2D8FDD-7AD8-449E-86B4-A1CCA2B7813D}" destId="{8CC39DAB-5F27-4D2B-A379-3A4985489702}" srcOrd="0" destOrd="0" presId="urn:microsoft.com/office/officeart/2005/8/layout/hierarchy1"/>
    <dgm:cxn modelId="{EFECC6BD-9372-4448-B7A0-2F80F557E068}" type="presParOf" srcId="{8CC39DAB-5F27-4D2B-A379-3A4985489702}" destId="{0D8D8256-1E62-4DC6-8821-F48507CA30C2}" srcOrd="0" destOrd="0" presId="urn:microsoft.com/office/officeart/2005/8/layout/hierarchy1"/>
    <dgm:cxn modelId="{51434B60-794C-4845-BA73-53B40C3CFA49}" type="presParOf" srcId="{8CC39DAB-5F27-4D2B-A379-3A4985489702}" destId="{385DA884-F49F-4D67-B875-16C6DE153318}" srcOrd="1" destOrd="0" presId="urn:microsoft.com/office/officeart/2005/8/layout/hierarchy1"/>
    <dgm:cxn modelId="{3746E93A-595B-4EB1-8CCB-42331D5E4EFE}" type="presParOf" srcId="{EE2D8FDD-7AD8-449E-86B4-A1CCA2B7813D}" destId="{6F806188-EE4C-428B-9E52-45C1953F460B}" srcOrd="1" destOrd="0" presId="urn:microsoft.com/office/officeart/2005/8/layout/hierarchy1"/>
    <dgm:cxn modelId="{D4BC675C-114D-4226-8980-6750C2E01446}" type="presParOf" srcId="{E7FC7D66-5C87-48F8-8762-F71342C71B4F}" destId="{24C689BD-005C-4D77-822F-039456381384}" srcOrd="2" destOrd="0" presId="urn:microsoft.com/office/officeart/2005/8/layout/hierarchy1"/>
    <dgm:cxn modelId="{DBB9025A-153E-4C85-AE1B-75F90EBCDCE3}" type="presParOf" srcId="{E7FC7D66-5C87-48F8-8762-F71342C71B4F}" destId="{E6E97132-8F7A-4A19-8BE9-F2E2462DEE33}" srcOrd="3" destOrd="0" presId="urn:microsoft.com/office/officeart/2005/8/layout/hierarchy1"/>
    <dgm:cxn modelId="{F468AA37-BFF5-452E-8640-3B69EBF6F556}" type="presParOf" srcId="{E6E97132-8F7A-4A19-8BE9-F2E2462DEE33}" destId="{AE81B065-7834-4C3E-8E3D-929858707E73}" srcOrd="0" destOrd="0" presId="urn:microsoft.com/office/officeart/2005/8/layout/hierarchy1"/>
    <dgm:cxn modelId="{2787F024-EA43-447C-9F12-6C11804D0E45}" type="presParOf" srcId="{AE81B065-7834-4C3E-8E3D-929858707E73}" destId="{CA5497F2-B002-4113-A2ED-797836191282}" srcOrd="0" destOrd="0" presId="urn:microsoft.com/office/officeart/2005/8/layout/hierarchy1"/>
    <dgm:cxn modelId="{A248E55D-C45B-4010-A99C-5715FD7AA2B0}" type="presParOf" srcId="{AE81B065-7834-4C3E-8E3D-929858707E73}" destId="{DFB92B99-E48F-41A0-8C1D-0F71AA082CDD}" srcOrd="1" destOrd="0" presId="urn:microsoft.com/office/officeart/2005/8/layout/hierarchy1"/>
    <dgm:cxn modelId="{D2CC82AD-DA62-4FE7-B0B5-BA287E2C2358}" type="presParOf" srcId="{E6E97132-8F7A-4A19-8BE9-F2E2462DEE33}" destId="{71ACADE1-A88F-4D9E-B583-5722A1B26C7F}" srcOrd="1" destOrd="0" presId="urn:microsoft.com/office/officeart/2005/8/layout/hierarchy1"/>
    <dgm:cxn modelId="{2F5E622A-D5D4-44D1-8CBA-70755F85909D}" type="presParOf" srcId="{3CBC2F15-357E-4237-814A-3569B4109358}" destId="{AD8F71B8-D69F-4CC0-9045-06B3BBDDF63C}" srcOrd="2" destOrd="0" presId="urn:microsoft.com/office/officeart/2005/8/layout/hierarchy1"/>
    <dgm:cxn modelId="{200F0439-1B88-4A58-B8E3-2D1C5BC56247}" type="presParOf" srcId="{3CBC2F15-357E-4237-814A-3569B4109358}" destId="{997C3711-C738-4D19-8D7C-4940618969C0}" srcOrd="3" destOrd="0" presId="urn:microsoft.com/office/officeart/2005/8/layout/hierarchy1"/>
    <dgm:cxn modelId="{2183B54F-9840-4198-98E8-977904A65006}" type="presParOf" srcId="{997C3711-C738-4D19-8D7C-4940618969C0}" destId="{6AA86DE5-3B85-498D-8644-F6C7FB1D1EC3}" srcOrd="0" destOrd="0" presId="urn:microsoft.com/office/officeart/2005/8/layout/hierarchy1"/>
    <dgm:cxn modelId="{3E562DF9-80C5-4F1E-BA24-A6612B439C09}" type="presParOf" srcId="{6AA86DE5-3B85-498D-8644-F6C7FB1D1EC3}" destId="{EF7DC77B-4489-49A6-B012-95B4073592F4}" srcOrd="0" destOrd="0" presId="urn:microsoft.com/office/officeart/2005/8/layout/hierarchy1"/>
    <dgm:cxn modelId="{23F7DE6B-D518-41EC-9017-D4855A6E6E8C}" type="presParOf" srcId="{6AA86DE5-3B85-498D-8644-F6C7FB1D1EC3}" destId="{C2D8E298-7DC5-43CC-A373-0F6C2C39EE5D}" srcOrd="1" destOrd="0" presId="urn:microsoft.com/office/officeart/2005/8/layout/hierarchy1"/>
    <dgm:cxn modelId="{3E9F51CE-825F-490C-ACC1-77A36E3987CE}" type="presParOf" srcId="{997C3711-C738-4D19-8D7C-4940618969C0}" destId="{6E346BB8-16B0-40E4-9360-70D7CB79BAA4}" srcOrd="1" destOrd="0" presId="urn:microsoft.com/office/officeart/2005/8/layout/hierarchy1"/>
    <dgm:cxn modelId="{BFC9C634-68A7-4A7C-B98F-29639E326A00}" type="presParOf" srcId="{6E346BB8-16B0-40E4-9360-70D7CB79BAA4}" destId="{4159E432-AFD1-43F9-BDB7-BBE90DAA9B6A}" srcOrd="0" destOrd="0" presId="urn:microsoft.com/office/officeart/2005/8/layout/hierarchy1"/>
    <dgm:cxn modelId="{00FF8EF1-790C-4B01-9E81-5A6B1EB42413}" type="presParOf" srcId="{6E346BB8-16B0-40E4-9360-70D7CB79BAA4}" destId="{E87C8BA4-6511-46BF-83DE-DBCFDEEAF004}" srcOrd="1" destOrd="0" presId="urn:microsoft.com/office/officeart/2005/8/layout/hierarchy1"/>
    <dgm:cxn modelId="{1A8AA08C-B0D9-4D78-8000-411363C979D8}" type="presParOf" srcId="{E87C8BA4-6511-46BF-83DE-DBCFDEEAF004}" destId="{8B5FB76C-B1E7-451C-BF9B-3D5E105D8B29}" srcOrd="0" destOrd="0" presId="urn:microsoft.com/office/officeart/2005/8/layout/hierarchy1"/>
    <dgm:cxn modelId="{7C907063-3079-44BB-9948-9118A8174407}" type="presParOf" srcId="{8B5FB76C-B1E7-451C-BF9B-3D5E105D8B29}" destId="{890BFD09-0830-41AD-AF69-E5AEB59E43CE}" srcOrd="0" destOrd="0" presId="urn:microsoft.com/office/officeart/2005/8/layout/hierarchy1"/>
    <dgm:cxn modelId="{A7E17C38-A27E-459D-8A0F-404E95AEF6F7}" type="presParOf" srcId="{8B5FB76C-B1E7-451C-BF9B-3D5E105D8B29}" destId="{BC6B1766-6219-4B96-81F5-0342B01962CB}" srcOrd="1" destOrd="0" presId="urn:microsoft.com/office/officeart/2005/8/layout/hierarchy1"/>
    <dgm:cxn modelId="{801977E1-F896-4088-93C5-FCD3D3BDBD60}" type="presParOf" srcId="{E87C8BA4-6511-46BF-83DE-DBCFDEEAF004}" destId="{04AACF1F-92F5-4388-BB30-C517BD980701}" srcOrd="1" destOrd="0" presId="urn:microsoft.com/office/officeart/2005/8/layout/hierarchy1"/>
    <dgm:cxn modelId="{FC0CC785-CFE7-4033-B4BC-98E55C7863D5}" type="presParOf" srcId="{6E346BB8-16B0-40E4-9360-70D7CB79BAA4}" destId="{9BD08995-3BFC-4189-96E3-64D6C8728A9A}" srcOrd="2" destOrd="0" presId="urn:microsoft.com/office/officeart/2005/8/layout/hierarchy1"/>
    <dgm:cxn modelId="{274E9D0B-DED8-4759-AAAD-9FC0BC463B24}" type="presParOf" srcId="{6E346BB8-16B0-40E4-9360-70D7CB79BAA4}" destId="{25BCE02A-EB07-4B95-8171-34FCE8977431}" srcOrd="3" destOrd="0" presId="urn:microsoft.com/office/officeart/2005/8/layout/hierarchy1"/>
    <dgm:cxn modelId="{20E47562-CBED-4FB6-973F-FB82EEF4731B}" type="presParOf" srcId="{25BCE02A-EB07-4B95-8171-34FCE8977431}" destId="{E3E23E21-A706-4EB5-8C2D-3D252CAA5D67}" srcOrd="0" destOrd="0" presId="urn:microsoft.com/office/officeart/2005/8/layout/hierarchy1"/>
    <dgm:cxn modelId="{30F1DD38-208C-4ADA-AE4A-10990B1B1589}" type="presParOf" srcId="{E3E23E21-A706-4EB5-8C2D-3D252CAA5D67}" destId="{D329FA8A-55C0-4A54-86E7-FD7BB81502C7}" srcOrd="0" destOrd="0" presId="urn:microsoft.com/office/officeart/2005/8/layout/hierarchy1"/>
    <dgm:cxn modelId="{B308BE55-5294-42FB-A910-8462A095D1B7}" type="presParOf" srcId="{E3E23E21-A706-4EB5-8C2D-3D252CAA5D67}" destId="{CEACD1D5-8082-45A0-B9B6-8222D2777405}" srcOrd="1" destOrd="0" presId="urn:microsoft.com/office/officeart/2005/8/layout/hierarchy1"/>
    <dgm:cxn modelId="{0CA34065-EC9F-4000-86FC-372FA07C8315}" type="presParOf" srcId="{25BCE02A-EB07-4B95-8171-34FCE8977431}" destId="{C621DC85-5608-45C4-983B-96AD1B61E4BD}" srcOrd="1" destOrd="0" presId="urn:microsoft.com/office/officeart/2005/8/layout/hierarchy1"/>
    <dgm:cxn modelId="{546061D7-F8C8-4138-98B4-3DBBFE979118}" type="presParOf" srcId="{3CBC2F15-357E-4237-814A-3569B4109358}" destId="{C383172C-53D0-48A0-B6DF-FCAF8F04BDCA}" srcOrd="4" destOrd="0" presId="urn:microsoft.com/office/officeart/2005/8/layout/hierarchy1"/>
    <dgm:cxn modelId="{25F96BFF-9749-463D-9D8E-E4131046D392}" type="presParOf" srcId="{3CBC2F15-357E-4237-814A-3569B4109358}" destId="{49795B14-0CF0-419E-8212-6EE073577D07}" srcOrd="5" destOrd="0" presId="urn:microsoft.com/office/officeart/2005/8/layout/hierarchy1"/>
    <dgm:cxn modelId="{883B194D-08DE-491C-ADD5-A1F36FB5CCC2}" type="presParOf" srcId="{49795B14-0CF0-419E-8212-6EE073577D07}" destId="{9DBB0654-F07B-4D25-A75A-BE2D3A403325}" srcOrd="0" destOrd="0" presId="urn:microsoft.com/office/officeart/2005/8/layout/hierarchy1"/>
    <dgm:cxn modelId="{D038A52C-27D8-4B56-AA1C-D42B5B9ECAB1}" type="presParOf" srcId="{9DBB0654-F07B-4D25-A75A-BE2D3A403325}" destId="{3B350394-CE4D-4989-9523-6CA23CED5FB5}" srcOrd="0" destOrd="0" presId="urn:microsoft.com/office/officeart/2005/8/layout/hierarchy1"/>
    <dgm:cxn modelId="{0C2C0285-1192-4A69-91DD-A5BB31CA3E38}" type="presParOf" srcId="{9DBB0654-F07B-4D25-A75A-BE2D3A403325}" destId="{A8B4A8AD-1870-4153-A7CD-FB44044B4944}" srcOrd="1" destOrd="0" presId="urn:microsoft.com/office/officeart/2005/8/layout/hierarchy1"/>
    <dgm:cxn modelId="{375446AE-B169-4F7C-A7BE-468691BE4EB2}" type="presParOf" srcId="{49795B14-0CF0-419E-8212-6EE073577D07}" destId="{66A8BE4F-33A8-4AFA-887D-79D628E06C21}" srcOrd="1" destOrd="0" presId="urn:microsoft.com/office/officeart/2005/8/layout/hierarchy1"/>
    <dgm:cxn modelId="{C35E22E0-469B-4122-B2B8-7D9B1C1B9831}" type="presParOf" srcId="{66A8BE4F-33A8-4AFA-887D-79D628E06C21}" destId="{76571055-D988-48C2-AA54-F4C179FE8766}" srcOrd="0" destOrd="0" presId="urn:microsoft.com/office/officeart/2005/8/layout/hierarchy1"/>
    <dgm:cxn modelId="{63C30EAE-0E71-41CE-A1F3-2F0FA671B97A}" type="presParOf" srcId="{66A8BE4F-33A8-4AFA-887D-79D628E06C21}" destId="{552B80BF-4EF0-4333-AC77-CCCAD0DBF53C}" srcOrd="1" destOrd="0" presId="urn:microsoft.com/office/officeart/2005/8/layout/hierarchy1"/>
    <dgm:cxn modelId="{4508CE71-EFA4-44EE-AAAB-3EFBE92FCCCE}" type="presParOf" srcId="{552B80BF-4EF0-4333-AC77-CCCAD0DBF53C}" destId="{4EF33103-C542-4E4A-80BE-C60BCE8E6D63}" srcOrd="0" destOrd="0" presId="urn:microsoft.com/office/officeart/2005/8/layout/hierarchy1"/>
    <dgm:cxn modelId="{CCC8BCA9-F250-4F8C-B44B-76374C5D5391}" type="presParOf" srcId="{4EF33103-C542-4E4A-80BE-C60BCE8E6D63}" destId="{816A6BE5-F4F9-45F1-8C02-E0E5DFF39576}" srcOrd="0" destOrd="0" presId="urn:microsoft.com/office/officeart/2005/8/layout/hierarchy1"/>
    <dgm:cxn modelId="{DFB4E24F-3F8E-4E76-AD13-7268216DC523}" type="presParOf" srcId="{4EF33103-C542-4E4A-80BE-C60BCE8E6D63}" destId="{BEB94356-BC0A-401D-9ACC-BD8994F0A6AF}" srcOrd="1" destOrd="0" presId="urn:microsoft.com/office/officeart/2005/8/layout/hierarchy1"/>
    <dgm:cxn modelId="{91B30D17-6A1E-4180-873A-0753508EAE1F}" type="presParOf" srcId="{552B80BF-4EF0-4333-AC77-CCCAD0DBF53C}" destId="{F766E565-3E42-4C7B-9320-CE9DF8A6EE98}" srcOrd="1" destOrd="0" presId="urn:microsoft.com/office/officeart/2005/8/layout/hierarchy1"/>
    <dgm:cxn modelId="{A828B113-4320-4F58-ABB5-8011C32C9075}" type="presParOf" srcId="{66A8BE4F-33A8-4AFA-887D-79D628E06C21}" destId="{581A9770-9045-4803-B434-5F4271A9A0E8}" srcOrd="2" destOrd="0" presId="urn:microsoft.com/office/officeart/2005/8/layout/hierarchy1"/>
    <dgm:cxn modelId="{26636E4B-90FC-434F-9786-851F4F93B53C}" type="presParOf" srcId="{66A8BE4F-33A8-4AFA-887D-79D628E06C21}" destId="{77C954C5-2CDA-4662-BFED-8F58E704118A}" srcOrd="3" destOrd="0" presId="urn:microsoft.com/office/officeart/2005/8/layout/hierarchy1"/>
    <dgm:cxn modelId="{3B6429A5-6DB5-420A-9469-58618A1CF8CA}" type="presParOf" srcId="{77C954C5-2CDA-4662-BFED-8F58E704118A}" destId="{A50DE2A9-7D7C-406B-B776-8E3250C03FC8}" srcOrd="0" destOrd="0" presId="urn:microsoft.com/office/officeart/2005/8/layout/hierarchy1"/>
    <dgm:cxn modelId="{AB33866E-9B85-49FF-A19C-B3348B7821FF}" type="presParOf" srcId="{A50DE2A9-7D7C-406B-B776-8E3250C03FC8}" destId="{D3E80B23-89B2-4C4A-A20A-0F1B54F5C957}" srcOrd="0" destOrd="0" presId="urn:microsoft.com/office/officeart/2005/8/layout/hierarchy1"/>
    <dgm:cxn modelId="{BA71C6B5-EBE6-4543-9CDD-3C01B6B58E52}" type="presParOf" srcId="{A50DE2A9-7D7C-406B-B776-8E3250C03FC8}" destId="{F5C3D8E4-C928-400B-9124-3E5AE2B8854E}" srcOrd="1" destOrd="0" presId="urn:microsoft.com/office/officeart/2005/8/layout/hierarchy1"/>
    <dgm:cxn modelId="{B143DE04-58CC-457B-933E-5B470C2FEE70}" type="presParOf" srcId="{77C954C5-2CDA-4662-BFED-8F58E704118A}" destId="{AE5D43C4-1064-45EC-A314-1A09208B5CF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7CC47A6-2A46-4109-A0C9-43BCA3DC6429}" type="doc">
      <dgm:prSet loTypeId="urn:microsoft.com/office/officeart/2005/8/layout/pyramid1" loCatId="pyramid" qsTypeId="urn:microsoft.com/office/officeart/2005/8/quickstyle/simple1" qsCatId="simple" csTypeId="urn:microsoft.com/office/officeart/2005/8/colors/accent1_2" csCatId="accent1" phldr="1"/>
      <dgm:spPr/>
    </dgm:pt>
    <dgm:pt modelId="{EDE9565E-669C-411D-A28C-73CC257E0B3C}">
      <dgm:prSet phldrT="[Texto]"/>
      <dgm:spPr>
        <a:solidFill>
          <a:srgbClr val="9E3263"/>
        </a:solidFill>
      </dgm:spPr>
      <dgm:t>
        <a:bodyPr/>
        <a:lstStyle/>
        <a:p>
          <a:r>
            <a:rPr lang="pt-BR" dirty="0"/>
            <a:t>35,8% abaixo de1 SM</a:t>
          </a:r>
        </a:p>
      </dgm:t>
    </dgm:pt>
    <dgm:pt modelId="{8A786A59-E202-4BC2-B38F-FD1E5600AAAE}" type="parTrans" cxnId="{1DB140CB-F435-4CB8-A97D-F167B5104E41}">
      <dgm:prSet/>
      <dgm:spPr/>
      <dgm:t>
        <a:bodyPr/>
        <a:lstStyle/>
        <a:p>
          <a:endParaRPr lang="pt-BR"/>
        </a:p>
      </dgm:t>
    </dgm:pt>
    <dgm:pt modelId="{8E162F92-5E67-44C5-9153-A2C436ECA8CF}" type="sibTrans" cxnId="{1DB140CB-F435-4CB8-A97D-F167B5104E41}">
      <dgm:prSet/>
      <dgm:spPr/>
      <dgm:t>
        <a:bodyPr/>
        <a:lstStyle/>
        <a:p>
          <a:endParaRPr lang="pt-BR"/>
        </a:p>
      </dgm:t>
    </dgm:pt>
    <dgm:pt modelId="{ED57B311-D4F7-415D-BFDE-81A0EABD492A}">
      <dgm:prSet/>
      <dgm:spPr>
        <a:solidFill>
          <a:srgbClr val="FFFF00"/>
        </a:solidFill>
      </dgm:spPr>
      <dgm:t>
        <a:bodyPr/>
        <a:lstStyle/>
        <a:p>
          <a:r>
            <a:rPr lang="pt-BR" dirty="0"/>
            <a:t>14,23 entre 2 e 3 SM</a:t>
          </a:r>
        </a:p>
      </dgm:t>
    </dgm:pt>
    <dgm:pt modelId="{0898FF3E-1B7E-4561-BBEB-2A46391A53B1}" type="parTrans" cxnId="{FDB7DAAF-0F34-4899-8032-472BFB9DD5EB}">
      <dgm:prSet/>
      <dgm:spPr/>
      <dgm:t>
        <a:bodyPr/>
        <a:lstStyle/>
        <a:p>
          <a:endParaRPr lang="pt-BR"/>
        </a:p>
      </dgm:t>
    </dgm:pt>
    <dgm:pt modelId="{0BBDB16D-0535-4F63-BD46-8C1E3D0C6740}" type="sibTrans" cxnId="{FDB7DAAF-0F34-4899-8032-472BFB9DD5EB}">
      <dgm:prSet/>
      <dgm:spPr/>
      <dgm:t>
        <a:bodyPr/>
        <a:lstStyle/>
        <a:p>
          <a:endParaRPr lang="pt-BR"/>
        </a:p>
      </dgm:t>
    </dgm:pt>
    <dgm:pt modelId="{F5AACE9A-304E-4E88-B6A7-CBC762012237}">
      <dgm:prSet/>
      <dgm:spPr>
        <a:solidFill>
          <a:srgbClr val="FF0000"/>
        </a:solidFill>
      </dgm:spPr>
      <dgm:t>
        <a:bodyPr/>
        <a:lstStyle/>
        <a:p>
          <a:r>
            <a:rPr lang="pt-BR" dirty="0"/>
            <a:t>34,7% entre 1 e 2 SM</a:t>
          </a:r>
        </a:p>
      </dgm:t>
    </dgm:pt>
    <dgm:pt modelId="{B454F86C-ED3F-48C9-B8ED-196FC769DB3B}" type="parTrans" cxnId="{0012E9C8-BD8E-4570-8413-50772AF906CA}">
      <dgm:prSet/>
      <dgm:spPr/>
      <dgm:t>
        <a:bodyPr/>
        <a:lstStyle/>
        <a:p>
          <a:endParaRPr lang="pt-BR"/>
        </a:p>
      </dgm:t>
    </dgm:pt>
    <dgm:pt modelId="{088716DF-B6FF-496B-8B02-90F9C6CF9858}" type="sibTrans" cxnId="{0012E9C8-BD8E-4570-8413-50772AF906CA}">
      <dgm:prSet/>
      <dgm:spPr/>
      <dgm:t>
        <a:bodyPr/>
        <a:lstStyle/>
        <a:p>
          <a:endParaRPr lang="pt-BR"/>
        </a:p>
      </dgm:t>
    </dgm:pt>
    <dgm:pt modelId="{8595211D-CF0E-4277-B76A-9A98B6F0BC22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pt-BR" dirty="0"/>
            <a:t>0,67% entre 15 e 20 SM</a:t>
          </a:r>
        </a:p>
      </dgm:t>
    </dgm:pt>
    <dgm:pt modelId="{01D27927-C5E3-4EE6-8C06-2A52CC888940}" type="parTrans" cxnId="{CC729A11-FF9E-4A35-9F29-4C5B8BF348C9}">
      <dgm:prSet/>
      <dgm:spPr/>
      <dgm:t>
        <a:bodyPr/>
        <a:lstStyle/>
        <a:p>
          <a:endParaRPr lang="pt-BR"/>
        </a:p>
      </dgm:t>
    </dgm:pt>
    <dgm:pt modelId="{E2D37483-89FB-4360-A83F-C3B16FB4BD0D}" type="sibTrans" cxnId="{CC729A11-FF9E-4A35-9F29-4C5B8BF348C9}">
      <dgm:prSet/>
      <dgm:spPr/>
      <dgm:t>
        <a:bodyPr/>
        <a:lstStyle/>
        <a:p>
          <a:endParaRPr lang="pt-BR"/>
        </a:p>
      </dgm:t>
    </dgm:pt>
    <dgm:pt modelId="{4B83AE6C-F7DC-4B99-8324-19A4A7F78478}">
      <dgm:prSet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pt-BR" dirty="0"/>
            <a:t>10,8% entre 3 e 5 SM</a:t>
          </a:r>
        </a:p>
      </dgm:t>
    </dgm:pt>
    <dgm:pt modelId="{E1259A7E-F7CF-4A11-9D67-B70E4A1FF056}" type="parTrans" cxnId="{8EB169C6-8650-4FA3-9265-D310415A4FD3}">
      <dgm:prSet/>
      <dgm:spPr/>
      <dgm:t>
        <a:bodyPr/>
        <a:lstStyle/>
        <a:p>
          <a:endParaRPr lang="pt-BR"/>
        </a:p>
      </dgm:t>
    </dgm:pt>
    <dgm:pt modelId="{C909BD7C-F6A6-4DF6-9AFE-4BC76D799828}" type="sibTrans" cxnId="{8EB169C6-8650-4FA3-9265-D310415A4FD3}">
      <dgm:prSet/>
      <dgm:spPr/>
      <dgm:t>
        <a:bodyPr/>
        <a:lstStyle/>
        <a:p>
          <a:endParaRPr lang="pt-BR"/>
        </a:p>
      </dgm:t>
    </dgm:pt>
    <dgm:pt modelId="{7A7A9069-81FD-41B7-8DD3-995EA4FBB876}">
      <dgm:prSet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pt-BR" dirty="0"/>
            <a:t>5,08 entre 5 e 10 SM</a:t>
          </a:r>
        </a:p>
      </dgm:t>
    </dgm:pt>
    <dgm:pt modelId="{6B34BE46-4411-463C-A903-8FC81BB93D06}" type="parTrans" cxnId="{9FE02CD5-DBEF-4A21-A45E-08A027726F46}">
      <dgm:prSet/>
      <dgm:spPr/>
      <dgm:t>
        <a:bodyPr/>
        <a:lstStyle/>
        <a:p>
          <a:endParaRPr lang="pt-BR"/>
        </a:p>
      </dgm:t>
    </dgm:pt>
    <dgm:pt modelId="{4D8CE642-C68E-45C2-91CE-EBE64FE8CEC3}" type="sibTrans" cxnId="{9FE02CD5-DBEF-4A21-A45E-08A027726F46}">
      <dgm:prSet/>
      <dgm:spPr/>
      <dgm:t>
        <a:bodyPr/>
        <a:lstStyle/>
        <a:p>
          <a:endParaRPr lang="pt-BR"/>
        </a:p>
      </dgm:t>
    </dgm:pt>
    <dgm:pt modelId="{D9658086-6B68-451E-92CA-89A59727A068}">
      <dgm:prSet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r>
            <a:rPr lang="pt-BR" dirty="0"/>
            <a:t>1,23% entre 10 e 15 SM</a:t>
          </a:r>
        </a:p>
      </dgm:t>
    </dgm:pt>
    <dgm:pt modelId="{811054F8-C698-4C69-998A-4AEAE6090196}" type="parTrans" cxnId="{F8ADF295-358A-438F-81FB-AA9971303D20}">
      <dgm:prSet/>
      <dgm:spPr/>
      <dgm:t>
        <a:bodyPr/>
        <a:lstStyle/>
        <a:p>
          <a:endParaRPr lang="pt-BR"/>
        </a:p>
      </dgm:t>
    </dgm:pt>
    <dgm:pt modelId="{0DE37CE5-080E-4CD8-9454-EA330F59A13D}" type="sibTrans" cxnId="{F8ADF295-358A-438F-81FB-AA9971303D20}">
      <dgm:prSet/>
      <dgm:spPr/>
      <dgm:t>
        <a:bodyPr/>
        <a:lstStyle/>
        <a:p>
          <a:endParaRPr lang="pt-BR"/>
        </a:p>
      </dgm:t>
    </dgm:pt>
    <dgm:pt modelId="{25C64857-29D0-42F4-9ACE-71D3DC11ED0B}">
      <dgm:prSet phldrT="[Texto]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pt-BR" dirty="0"/>
            <a:t>0,67% acima de 20 </a:t>
          </a:r>
        </a:p>
      </dgm:t>
    </dgm:pt>
    <dgm:pt modelId="{1713C39F-7808-47E3-B50C-6C3AA1BDD77F}" type="sibTrans" cxnId="{2324D7CB-84BC-44A4-ADB6-253D052AE488}">
      <dgm:prSet/>
      <dgm:spPr/>
      <dgm:t>
        <a:bodyPr/>
        <a:lstStyle/>
        <a:p>
          <a:endParaRPr lang="pt-BR"/>
        </a:p>
      </dgm:t>
    </dgm:pt>
    <dgm:pt modelId="{456F0065-CFDB-42CA-9E4E-5D9F9E2294AB}" type="parTrans" cxnId="{2324D7CB-84BC-44A4-ADB6-253D052AE488}">
      <dgm:prSet/>
      <dgm:spPr/>
      <dgm:t>
        <a:bodyPr/>
        <a:lstStyle/>
        <a:p>
          <a:endParaRPr lang="pt-BR"/>
        </a:p>
      </dgm:t>
    </dgm:pt>
    <dgm:pt modelId="{9803ED4E-F31A-4B4D-8207-ADF9FDA16498}" type="pres">
      <dgm:prSet presAssocID="{97CC47A6-2A46-4109-A0C9-43BCA3DC6429}" presName="Name0" presStyleCnt="0">
        <dgm:presLayoutVars>
          <dgm:dir/>
          <dgm:animLvl val="lvl"/>
          <dgm:resizeHandles val="exact"/>
        </dgm:presLayoutVars>
      </dgm:prSet>
      <dgm:spPr/>
    </dgm:pt>
    <dgm:pt modelId="{AE9668AC-D387-4084-8D46-A2F38697B144}" type="pres">
      <dgm:prSet presAssocID="{25C64857-29D0-42F4-9ACE-71D3DC11ED0B}" presName="Name8" presStyleCnt="0"/>
      <dgm:spPr/>
    </dgm:pt>
    <dgm:pt modelId="{6BD51EBE-77A9-411C-B084-AE9F5E3DB501}" type="pres">
      <dgm:prSet presAssocID="{25C64857-29D0-42F4-9ACE-71D3DC11ED0B}" presName="level" presStyleLbl="node1" presStyleIdx="0" presStyleCnt="8" custLinFactNeighborX="798" custLinFactNeighborY="4634">
        <dgm:presLayoutVars>
          <dgm:chMax val="1"/>
          <dgm:bulletEnabled val="1"/>
        </dgm:presLayoutVars>
      </dgm:prSet>
      <dgm:spPr/>
    </dgm:pt>
    <dgm:pt modelId="{062ED3DF-69AA-4D74-B41F-298CE0BBDF44}" type="pres">
      <dgm:prSet presAssocID="{25C64857-29D0-42F4-9ACE-71D3DC11ED0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5CF09ADD-0B82-436C-803A-0FAD0F51CF51}" type="pres">
      <dgm:prSet presAssocID="{8595211D-CF0E-4277-B76A-9A98B6F0BC22}" presName="Name8" presStyleCnt="0"/>
      <dgm:spPr/>
    </dgm:pt>
    <dgm:pt modelId="{6963F727-EF00-46D1-95B1-F93F6B0494E8}" type="pres">
      <dgm:prSet presAssocID="{8595211D-CF0E-4277-B76A-9A98B6F0BC22}" presName="level" presStyleLbl="node1" presStyleIdx="1" presStyleCnt="8" custLinFactNeighborX="0" custLinFactNeighborY="5143">
        <dgm:presLayoutVars>
          <dgm:chMax val="1"/>
          <dgm:bulletEnabled val="1"/>
        </dgm:presLayoutVars>
      </dgm:prSet>
      <dgm:spPr/>
    </dgm:pt>
    <dgm:pt modelId="{D2D24C27-6F24-4FFD-8965-23F548D3AD6F}" type="pres">
      <dgm:prSet presAssocID="{8595211D-CF0E-4277-B76A-9A98B6F0BC22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7FEFAA8-8744-4FDA-B1E4-2EEFB9383853}" type="pres">
      <dgm:prSet presAssocID="{D9658086-6B68-451E-92CA-89A59727A068}" presName="Name8" presStyleCnt="0"/>
      <dgm:spPr/>
    </dgm:pt>
    <dgm:pt modelId="{2C09BC1D-8572-4918-909A-6C7EC1CAA34D}" type="pres">
      <dgm:prSet presAssocID="{D9658086-6B68-451E-92CA-89A59727A068}" presName="level" presStyleLbl="node1" presStyleIdx="2" presStyleCnt="8">
        <dgm:presLayoutVars>
          <dgm:chMax val="1"/>
          <dgm:bulletEnabled val="1"/>
        </dgm:presLayoutVars>
      </dgm:prSet>
      <dgm:spPr/>
    </dgm:pt>
    <dgm:pt modelId="{15AE2B4A-3076-4659-ABD7-83E61E2B4D53}" type="pres">
      <dgm:prSet presAssocID="{D9658086-6B68-451E-92CA-89A59727A068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C8EC808D-0302-42A8-A7EB-D4056098381B}" type="pres">
      <dgm:prSet presAssocID="{7A7A9069-81FD-41B7-8DD3-995EA4FBB876}" presName="Name8" presStyleCnt="0"/>
      <dgm:spPr/>
    </dgm:pt>
    <dgm:pt modelId="{924FBB01-E309-42C5-8708-9366CEB9F27A}" type="pres">
      <dgm:prSet presAssocID="{7A7A9069-81FD-41B7-8DD3-995EA4FBB876}" presName="level" presStyleLbl="node1" presStyleIdx="3" presStyleCnt="8">
        <dgm:presLayoutVars>
          <dgm:chMax val="1"/>
          <dgm:bulletEnabled val="1"/>
        </dgm:presLayoutVars>
      </dgm:prSet>
      <dgm:spPr/>
    </dgm:pt>
    <dgm:pt modelId="{DD307245-4664-4A58-B6F8-655F594FC425}" type="pres">
      <dgm:prSet presAssocID="{7A7A9069-81FD-41B7-8DD3-995EA4FBB87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EC506DB6-7B10-4335-B794-03DBB43AD5B6}" type="pres">
      <dgm:prSet presAssocID="{4B83AE6C-F7DC-4B99-8324-19A4A7F78478}" presName="Name8" presStyleCnt="0"/>
      <dgm:spPr/>
    </dgm:pt>
    <dgm:pt modelId="{85E3E16D-8782-4C6D-A505-9E6EAD498BBF}" type="pres">
      <dgm:prSet presAssocID="{4B83AE6C-F7DC-4B99-8324-19A4A7F78478}" presName="level" presStyleLbl="node1" presStyleIdx="4" presStyleCnt="8">
        <dgm:presLayoutVars>
          <dgm:chMax val="1"/>
          <dgm:bulletEnabled val="1"/>
        </dgm:presLayoutVars>
      </dgm:prSet>
      <dgm:spPr/>
    </dgm:pt>
    <dgm:pt modelId="{503FA221-4758-4146-A163-2513AA9D50AB}" type="pres">
      <dgm:prSet presAssocID="{4B83AE6C-F7DC-4B99-8324-19A4A7F78478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0FFA7D21-353B-408C-997B-885DBB0F9734}" type="pres">
      <dgm:prSet presAssocID="{ED57B311-D4F7-415D-BFDE-81A0EABD492A}" presName="Name8" presStyleCnt="0"/>
      <dgm:spPr/>
    </dgm:pt>
    <dgm:pt modelId="{D95E47DD-148F-4BA4-8CEE-0DFA21B8DA9C}" type="pres">
      <dgm:prSet presAssocID="{ED57B311-D4F7-415D-BFDE-81A0EABD492A}" presName="level" presStyleLbl="node1" presStyleIdx="5" presStyleCnt="8">
        <dgm:presLayoutVars>
          <dgm:chMax val="1"/>
          <dgm:bulletEnabled val="1"/>
        </dgm:presLayoutVars>
      </dgm:prSet>
      <dgm:spPr/>
    </dgm:pt>
    <dgm:pt modelId="{943CAB39-1C11-46BA-A401-D7C9C09EA6A3}" type="pres">
      <dgm:prSet presAssocID="{ED57B311-D4F7-415D-BFDE-81A0EABD492A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9645F132-3027-4E65-A508-473B566D452F}" type="pres">
      <dgm:prSet presAssocID="{F5AACE9A-304E-4E88-B6A7-CBC762012237}" presName="Name8" presStyleCnt="0"/>
      <dgm:spPr/>
    </dgm:pt>
    <dgm:pt modelId="{DF07C437-CBE5-4A53-AE3A-3D6DC714CDF1}" type="pres">
      <dgm:prSet presAssocID="{F5AACE9A-304E-4E88-B6A7-CBC762012237}" presName="level" presStyleLbl="node1" presStyleIdx="6" presStyleCnt="8">
        <dgm:presLayoutVars>
          <dgm:chMax val="1"/>
          <dgm:bulletEnabled val="1"/>
        </dgm:presLayoutVars>
      </dgm:prSet>
      <dgm:spPr/>
    </dgm:pt>
    <dgm:pt modelId="{371B7A18-2560-4FA9-AE36-C4E4F4CBBFAC}" type="pres">
      <dgm:prSet presAssocID="{F5AACE9A-304E-4E88-B6A7-CBC762012237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A941BEB-8FE6-4326-9B08-8D5D2EE2385D}" type="pres">
      <dgm:prSet presAssocID="{EDE9565E-669C-411D-A28C-73CC257E0B3C}" presName="Name8" presStyleCnt="0"/>
      <dgm:spPr/>
    </dgm:pt>
    <dgm:pt modelId="{7EAC70BF-C58B-4F29-B684-E24A08F3635A}" type="pres">
      <dgm:prSet presAssocID="{EDE9565E-669C-411D-A28C-73CC257E0B3C}" presName="level" presStyleLbl="node1" presStyleIdx="7" presStyleCnt="8" custLinFactNeighborY="1125">
        <dgm:presLayoutVars>
          <dgm:chMax val="1"/>
          <dgm:bulletEnabled val="1"/>
        </dgm:presLayoutVars>
      </dgm:prSet>
      <dgm:spPr/>
    </dgm:pt>
    <dgm:pt modelId="{89B7C942-C0BF-465E-8785-E880EB9D4AA0}" type="pres">
      <dgm:prSet presAssocID="{EDE9565E-669C-411D-A28C-73CC257E0B3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CC729A11-FF9E-4A35-9F29-4C5B8BF348C9}" srcId="{97CC47A6-2A46-4109-A0C9-43BCA3DC6429}" destId="{8595211D-CF0E-4277-B76A-9A98B6F0BC22}" srcOrd="1" destOrd="0" parTransId="{01D27927-C5E3-4EE6-8C06-2A52CC888940}" sibTransId="{E2D37483-89FB-4360-A83F-C3B16FB4BD0D}"/>
    <dgm:cxn modelId="{15A80B22-548B-45E1-8E61-9246E2407582}" type="presOf" srcId="{D9658086-6B68-451E-92CA-89A59727A068}" destId="{2C09BC1D-8572-4918-909A-6C7EC1CAA34D}" srcOrd="0" destOrd="0" presId="urn:microsoft.com/office/officeart/2005/8/layout/pyramid1"/>
    <dgm:cxn modelId="{47F33E2D-4054-4209-A9F9-C37DAF643653}" type="presOf" srcId="{8595211D-CF0E-4277-B76A-9A98B6F0BC22}" destId="{6963F727-EF00-46D1-95B1-F93F6B0494E8}" srcOrd="0" destOrd="0" presId="urn:microsoft.com/office/officeart/2005/8/layout/pyramid1"/>
    <dgm:cxn modelId="{80EF2733-731B-4CAC-8A78-9C9DDD7E4132}" type="presOf" srcId="{7A7A9069-81FD-41B7-8DD3-995EA4FBB876}" destId="{DD307245-4664-4A58-B6F8-655F594FC425}" srcOrd="1" destOrd="0" presId="urn:microsoft.com/office/officeart/2005/8/layout/pyramid1"/>
    <dgm:cxn modelId="{D858A937-110C-4952-B3A6-D04E21E55DBB}" type="presOf" srcId="{ED57B311-D4F7-415D-BFDE-81A0EABD492A}" destId="{D95E47DD-148F-4BA4-8CEE-0DFA21B8DA9C}" srcOrd="0" destOrd="0" presId="urn:microsoft.com/office/officeart/2005/8/layout/pyramid1"/>
    <dgm:cxn modelId="{AAF4BD5B-826B-499B-9033-7D680ACAA5C7}" type="presOf" srcId="{7A7A9069-81FD-41B7-8DD3-995EA4FBB876}" destId="{924FBB01-E309-42C5-8708-9366CEB9F27A}" srcOrd="0" destOrd="0" presId="urn:microsoft.com/office/officeart/2005/8/layout/pyramid1"/>
    <dgm:cxn modelId="{3A95E06B-7623-48E3-A013-5B2DAF4D68C9}" type="presOf" srcId="{EDE9565E-669C-411D-A28C-73CC257E0B3C}" destId="{7EAC70BF-C58B-4F29-B684-E24A08F3635A}" srcOrd="0" destOrd="0" presId="urn:microsoft.com/office/officeart/2005/8/layout/pyramid1"/>
    <dgm:cxn modelId="{C8C7E86B-9099-4E9E-933F-AD79D1A9844C}" type="presOf" srcId="{ED57B311-D4F7-415D-BFDE-81A0EABD492A}" destId="{943CAB39-1C11-46BA-A401-D7C9C09EA6A3}" srcOrd="1" destOrd="0" presId="urn:microsoft.com/office/officeart/2005/8/layout/pyramid1"/>
    <dgm:cxn modelId="{14ADA46D-DF12-4AAC-97BF-FFBBB81342BB}" type="presOf" srcId="{4B83AE6C-F7DC-4B99-8324-19A4A7F78478}" destId="{85E3E16D-8782-4C6D-A505-9E6EAD498BBF}" srcOrd="0" destOrd="0" presId="urn:microsoft.com/office/officeart/2005/8/layout/pyramid1"/>
    <dgm:cxn modelId="{9D850457-47AF-4138-BAA7-95D54270612C}" type="presOf" srcId="{F5AACE9A-304E-4E88-B6A7-CBC762012237}" destId="{371B7A18-2560-4FA9-AE36-C4E4F4CBBFAC}" srcOrd="1" destOrd="0" presId="urn:microsoft.com/office/officeart/2005/8/layout/pyramid1"/>
    <dgm:cxn modelId="{A3686F57-6BEC-49D9-A19B-5F05BD6B71E0}" type="presOf" srcId="{F5AACE9A-304E-4E88-B6A7-CBC762012237}" destId="{DF07C437-CBE5-4A53-AE3A-3D6DC714CDF1}" srcOrd="0" destOrd="0" presId="urn:microsoft.com/office/officeart/2005/8/layout/pyramid1"/>
    <dgm:cxn modelId="{757B1E7D-F2A7-4B35-AEFD-52BA69756671}" type="presOf" srcId="{25C64857-29D0-42F4-9ACE-71D3DC11ED0B}" destId="{062ED3DF-69AA-4D74-B41F-298CE0BBDF44}" srcOrd="1" destOrd="0" presId="urn:microsoft.com/office/officeart/2005/8/layout/pyramid1"/>
    <dgm:cxn modelId="{F8ADF295-358A-438F-81FB-AA9971303D20}" srcId="{97CC47A6-2A46-4109-A0C9-43BCA3DC6429}" destId="{D9658086-6B68-451E-92CA-89A59727A068}" srcOrd="2" destOrd="0" parTransId="{811054F8-C698-4C69-998A-4AEAE6090196}" sibTransId="{0DE37CE5-080E-4CD8-9454-EA330F59A13D}"/>
    <dgm:cxn modelId="{FDB7DAAF-0F34-4899-8032-472BFB9DD5EB}" srcId="{97CC47A6-2A46-4109-A0C9-43BCA3DC6429}" destId="{ED57B311-D4F7-415D-BFDE-81A0EABD492A}" srcOrd="5" destOrd="0" parTransId="{0898FF3E-1B7E-4561-BBEB-2A46391A53B1}" sibTransId="{0BBDB16D-0535-4F63-BD46-8C1E3D0C6740}"/>
    <dgm:cxn modelId="{C2F75FB9-693D-4C24-880C-C5B365B72385}" type="presOf" srcId="{97CC47A6-2A46-4109-A0C9-43BCA3DC6429}" destId="{9803ED4E-F31A-4B4D-8207-ADF9FDA16498}" srcOrd="0" destOrd="0" presId="urn:microsoft.com/office/officeart/2005/8/layout/pyramid1"/>
    <dgm:cxn modelId="{5B6898BB-A660-41A7-B464-0329C910D4AC}" type="presOf" srcId="{4B83AE6C-F7DC-4B99-8324-19A4A7F78478}" destId="{503FA221-4758-4146-A163-2513AA9D50AB}" srcOrd="1" destOrd="0" presId="urn:microsoft.com/office/officeart/2005/8/layout/pyramid1"/>
    <dgm:cxn modelId="{8EB169C6-8650-4FA3-9265-D310415A4FD3}" srcId="{97CC47A6-2A46-4109-A0C9-43BCA3DC6429}" destId="{4B83AE6C-F7DC-4B99-8324-19A4A7F78478}" srcOrd="4" destOrd="0" parTransId="{E1259A7E-F7CF-4A11-9D67-B70E4A1FF056}" sibTransId="{C909BD7C-F6A6-4DF6-9AFE-4BC76D799828}"/>
    <dgm:cxn modelId="{0012E9C8-BD8E-4570-8413-50772AF906CA}" srcId="{97CC47A6-2A46-4109-A0C9-43BCA3DC6429}" destId="{F5AACE9A-304E-4E88-B6A7-CBC762012237}" srcOrd="6" destOrd="0" parTransId="{B454F86C-ED3F-48C9-B8ED-196FC769DB3B}" sibTransId="{088716DF-B6FF-496B-8B02-90F9C6CF9858}"/>
    <dgm:cxn modelId="{1DB140CB-F435-4CB8-A97D-F167B5104E41}" srcId="{97CC47A6-2A46-4109-A0C9-43BCA3DC6429}" destId="{EDE9565E-669C-411D-A28C-73CC257E0B3C}" srcOrd="7" destOrd="0" parTransId="{8A786A59-E202-4BC2-B38F-FD1E5600AAAE}" sibTransId="{8E162F92-5E67-44C5-9153-A2C436ECA8CF}"/>
    <dgm:cxn modelId="{2324D7CB-84BC-44A4-ADB6-253D052AE488}" srcId="{97CC47A6-2A46-4109-A0C9-43BCA3DC6429}" destId="{25C64857-29D0-42F4-9ACE-71D3DC11ED0B}" srcOrd="0" destOrd="0" parTransId="{456F0065-CFDB-42CA-9E4E-5D9F9E2294AB}" sibTransId="{1713C39F-7808-47E3-B50C-6C3AA1BDD77F}"/>
    <dgm:cxn modelId="{9FE02CD5-DBEF-4A21-A45E-08A027726F46}" srcId="{97CC47A6-2A46-4109-A0C9-43BCA3DC6429}" destId="{7A7A9069-81FD-41B7-8DD3-995EA4FBB876}" srcOrd="3" destOrd="0" parTransId="{6B34BE46-4411-463C-A903-8FC81BB93D06}" sibTransId="{4D8CE642-C68E-45C2-91CE-EBE64FE8CEC3}"/>
    <dgm:cxn modelId="{4302AEDE-AC1A-49B0-A00B-9134EE8EC6F9}" type="presOf" srcId="{D9658086-6B68-451E-92CA-89A59727A068}" destId="{15AE2B4A-3076-4659-ABD7-83E61E2B4D53}" srcOrd="1" destOrd="0" presId="urn:microsoft.com/office/officeart/2005/8/layout/pyramid1"/>
    <dgm:cxn modelId="{690F14E0-0C35-43EC-BE5C-F63398F85929}" type="presOf" srcId="{8595211D-CF0E-4277-B76A-9A98B6F0BC22}" destId="{D2D24C27-6F24-4FFD-8965-23F548D3AD6F}" srcOrd="1" destOrd="0" presId="urn:microsoft.com/office/officeart/2005/8/layout/pyramid1"/>
    <dgm:cxn modelId="{1CFA0EEC-5020-4B90-8014-D39D118A35E8}" type="presOf" srcId="{EDE9565E-669C-411D-A28C-73CC257E0B3C}" destId="{89B7C942-C0BF-465E-8785-E880EB9D4AA0}" srcOrd="1" destOrd="0" presId="urn:microsoft.com/office/officeart/2005/8/layout/pyramid1"/>
    <dgm:cxn modelId="{FF31DEF2-98FA-4178-B3A9-C41BE981A5E0}" type="presOf" srcId="{25C64857-29D0-42F4-9ACE-71D3DC11ED0B}" destId="{6BD51EBE-77A9-411C-B084-AE9F5E3DB501}" srcOrd="0" destOrd="0" presId="urn:microsoft.com/office/officeart/2005/8/layout/pyramid1"/>
    <dgm:cxn modelId="{D4474F3C-9AE6-426D-AF94-58C72DA51F45}" type="presParOf" srcId="{9803ED4E-F31A-4B4D-8207-ADF9FDA16498}" destId="{AE9668AC-D387-4084-8D46-A2F38697B144}" srcOrd="0" destOrd="0" presId="urn:microsoft.com/office/officeart/2005/8/layout/pyramid1"/>
    <dgm:cxn modelId="{310FE438-B2C4-4F22-9E9F-79F59BBCED8F}" type="presParOf" srcId="{AE9668AC-D387-4084-8D46-A2F38697B144}" destId="{6BD51EBE-77A9-411C-B084-AE9F5E3DB501}" srcOrd="0" destOrd="0" presId="urn:microsoft.com/office/officeart/2005/8/layout/pyramid1"/>
    <dgm:cxn modelId="{76A546DA-DBA4-4D98-99A3-159546F27BA4}" type="presParOf" srcId="{AE9668AC-D387-4084-8D46-A2F38697B144}" destId="{062ED3DF-69AA-4D74-B41F-298CE0BBDF44}" srcOrd="1" destOrd="0" presId="urn:microsoft.com/office/officeart/2005/8/layout/pyramid1"/>
    <dgm:cxn modelId="{A961517A-7079-4A9C-A8A2-7FC6089E48B4}" type="presParOf" srcId="{9803ED4E-F31A-4B4D-8207-ADF9FDA16498}" destId="{5CF09ADD-0B82-436C-803A-0FAD0F51CF51}" srcOrd="1" destOrd="0" presId="urn:microsoft.com/office/officeart/2005/8/layout/pyramid1"/>
    <dgm:cxn modelId="{C55C746A-5697-4A83-9BF7-71F02EF22D82}" type="presParOf" srcId="{5CF09ADD-0B82-436C-803A-0FAD0F51CF51}" destId="{6963F727-EF00-46D1-95B1-F93F6B0494E8}" srcOrd="0" destOrd="0" presId="urn:microsoft.com/office/officeart/2005/8/layout/pyramid1"/>
    <dgm:cxn modelId="{641E32E7-F5BE-483C-914C-AA915B28E022}" type="presParOf" srcId="{5CF09ADD-0B82-436C-803A-0FAD0F51CF51}" destId="{D2D24C27-6F24-4FFD-8965-23F548D3AD6F}" srcOrd="1" destOrd="0" presId="urn:microsoft.com/office/officeart/2005/8/layout/pyramid1"/>
    <dgm:cxn modelId="{CCFE69D1-4F98-4D78-81FC-E547510AB371}" type="presParOf" srcId="{9803ED4E-F31A-4B4D-8207-ADF9FDA16498}" destId="{A7FEFAA8-8744-4FDA-B1E4-2EEFB9383853}" srcOrd="2" destOrd="0" presId="urn:microsoft.com/office/officeart/2005/8/layout/pyramid1"/>
    <dgm:cxn modelId="{95A8C84B-DB07-46AF-8121-75FACFCBF982}" type="presParOf" srcId="{A7FEFAA8-8744-4FDA-B1E4-2EEFB9383853}" destId="{2C09BC1D-8572-4918-909A-6C7EC1CAA34D}" srcOrd="0" destOrd="0" presId="urn:microsoft.com/office/officeart/2005/8/layout/pyramid1"/>
    <dgm:cxn modelId="{7083A9DC-ACF9-41D0-9956-23047F7C4F37}" type="presParOf" srcId="{A7FEFAA8-8744-4FDA-B1E4-2EEFB9383853}" destId="{15AE2B4A-3076-4659-ABD7-83E61E2B4D53}" srcOrd="1" destOrd="0" presId="urn:microsoft.com/office/officeart/2005/8/layout/pyramid1"/>
    <dgm:cxn modelId="{50BECBC7-A4FF-4A51-8F9A-11393E2A2E83}" type="presParOf" srcId="{9803ED4E-F31A-4B4D-8207-ADF9FDA16498}" destId="{C8EC808D-0302-42A8-A7EB-D4056098381B}" srcOrd="3" destOrd="0" presId="urn:microsoft.com/office/officeart/2005/8/layout/pyramid1"/>
    <dgm:cxn modelId="{D9656315-8A42-4162-861D-17772E60B7FB}" type="presParOf" srcId="{C8EC808D-0302-42A8-A7EB-D4056098381B}" destId="{924FBB01-E309-42C5-8708-9366CEB9F27A}" srcOrd="0" destOrd="0" presId="urn:microsoft.com/office/officeart/2005/8/layout/pyramid1"/>
    <dgm:cxn modelId="{DB0A7CEE-805F-4946-BD88-28AA804BE44B}" type="presParOf" srcId="{C8EC808D-0302-42A8-A7EB-D4056098381B}" destId="{DD307245-4664-4A58-B6F8-655F594FC425}" srcOrd="1" destOrd="0" presId="urn:microsoft.com/office/officeart/2005/8/layout/pyramid1"/>
    <dgm:cxn modelId="{8F0E75D2-9C42-4133-BF4C-429E6E043AE7}" type="presParOf" srcId="{9803ED4E-F31A-4B4D-8207-ADF9FDA16498}" destId="{EC506DB6-7B10-4335-B794-03DBB43AD5B6}" srcOrd="4" destOrd="0" presId="urn:microsoft.com/office/officeart/2005/8/layout/pyramid1"/>
    <dgm:cxn modelId="{5F29A7AC-7AD4-4987-9BFE-61C4F2871C16}" type="presParOf" srcId="{EC506DB6-7B10-4335-B794-03DBB43AD5B6}" destId="{85E3E16D-8782-4C6D-A505-9E6EAD498BBF}" srcOrd="0" destOrd="0" presId="urn:microsoft.com/office/officeart/2005/8/layout/pyramid1"/>
    <dgm:cxn modelId="{D60739F5-569C-44D3-AAF7-E5ED0BA9D07F}" type="presParOf" srcId="{EC506DB6-7B10-4335-B794-03DBB43AD5B6}" destId="{503FA221-4758-4146-A163-2513AA9D50AB}" srcOrd="1" destOrd="0" presId="urn:microsoft.com/office/officeart/2005/8/layout/pyramid1"/>
    <dgm:cxn modelId="{B85B5B17-45C4-41CF-88F6-E9724D064D30}" type="presParOf" srcId="{9803ED4E-F31A-4B4D-8207-ADF9FDA16498}" destId="{0FFA7D21-353B-408C-997B-885DBB0F9734}" srcOrd="5" destOrd="0" presId="urn:microsoft.com/office/officeart/2005/8/layout/pyramid1"/>
    <dgm:cxn modelId="{2464F3DE-2D83-459B-B4F3-14CA0BF2AE2E}" type="presParOf" srcId="{0FFA7D21-353B-408C-997B-885DBB0F9734}" destId="{D95E47DD-148F-4BA4-8CEE-0DFA21B8DA9C}" srcOrd="0" destOrd="0" presId="urn:microsoft.com/office/officeart/2005/8/layout/pyramid1"/>
    <dgm:cxn modelId="{A963E60F-E147-4A5B-8F4E-2106BA0D2154}" type="presParOf" srcId="{0FFA7D21-353B-408C-997B-885DBB0F9734}" destId="{943CAB39-1C11-46BA-A401-D7C9C09EA6A3}" srcOrd="1" destOrd="0" presId="urn:microsoft.com/office/officeart/2005/8/layout/pyramid1"/>
    <dgm:cxn modelId="{64C6679F-99DD-4109-B1AF-26648FFBB9AA}" type="presParOf" srcId="{9803ED4E-F31A-4B4D-8207-ADF9FDA16498}" destId="{9645F132-3027-4E65-A508-473B566D452F}" srcOrd="6" destOrd="0" presId="urn:microsoft.com/office/officeart/2005/8/layout/pyramid1"/>
    <dgm:cxn modelId="{12F79E6C-94A9-4C24-9387-567F0442A8B9}" type="presParOf" srcId="{9645F132-3027-4E65-A508-473B566D452F}" destId="{DF07C437-CBE5-4A53-AE3A-3D6DC714CDF1}" srcOrd="0" destOrd="0" presId="urn:microsoft.com/office/officeart/2005/8/layout/pyramid1"/>
    <dgm:cxn modelId="{5870DE75-DA78-4A6F-B3FF-B6460F5B3567}" type="presParOf" srcId="{9645F132-3027-4E65-A508-473B566D452F}" destId="{371B7A18-2560-4FA9-AE36-C4E4F4CBBFAC}" srcOrd="1" destOrd="0" presId="urn:microsoft.com/office/officeart/2005/8/layout/pyramid1"/>
    <dgm:cxn modelId="{491DB8B1-29E4-4285-8751-ABDB51702101}" type="presParOf" srcId="{9803ED4E-F31A-4B4D-8207-ADF9FDA16498}" destId="{6A941BEB-8FE6-4326-9B08-8D5D2EE2385D}" srcOrd="7" destOrd="0" presId="urn:microsoft.com/office/officeart/2005/8/layout/pyramid1"/>
    <dgm:cxn modelId="{7439F5D6-326B-4AA4-A933-5B902925CB0D}" type="presParOf" srcId="{6A941BEB-8FE6-4326-9B08-8D5D2EE2385D}" destId="{7EAC70BF-C58B-4F29-B684-E24A08F3635A}" srcOrd="0" destOrd="0" presId="urn:microsoft.com/office/officeart/2005/8/layout/pyramid1"/>
    <dgm:cxn modelId="{C1EF1A75-16EA-47C4-9876-EC2F4A148BAC}" type="presParOf" srcId="{6A941BEB-8FE6-4326-9B08-8D5D2EE2385D}" destId="{89B7C942-C0BF-465E-8785-E880EB9D4AA0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BCF97FD-9651-4B86-B421-0FD1BB63A769}" type="doc">
      <dgm:prSet loTypeId="urn:microsoft.com/office/officeart/2005/8/layout/bProcess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A4851EFA-F457-43B9-8F57-2D7276477C7D}">
      <dgm:prSet phldrT="[Texto]"/>
      <dgm:spPr>
        <a:solidFill>
          <a:srgbClr val="92D050"/>
        </a:solidFill>
      </dgm:spPr>
      <dgm:t>
        <a:bodyPr/>
        <a:lstStyle/>
        <a:p>
          <a:r>
            <a:rPr lang="pt-BR" dirty="0"/>
            <a:t>Lavagem da cana</a:t>
          </a:r>
        </a:p>
      </dgm:t>
    </dgm:pt>
    <dgm:pt modelId="{0391812B-AB99-4069-A91E-90DA63FE89B4}" type="parTrans" cxnId="{FFE613D3-B64F-4C3E-BA68-5B8DCA181B4A}">
      <dgm:prSet/>
      <dgm:spPr/>
      <dgm:t>
        <a:bodyPr/>
        <a:lstStyle/>
        <a:p>
          <a:endParaRPr lang="pt-BR"/>
        </a:p>
      </dgm:t>
    </dgm:pt>
    <dgm:pt modelId="{06D2A5BE-0ECD-4DD7-A95C-ED6831938868}" type="sibTrans" cxnId="{FFE613D3-B64F-4C3E-BA68-5B8DCA181B4A}">
      <dgm:prSet/>
      <dgm:spPr/>
      <dgm:t>
        <a:bodyPr/>
        <a:lstStyle/>
        <a:p>
          <a:endParaRPr lang="pt-BR"/>
        </a:p>
      </dgm:t>
    </dgm:pt>
    <dgm:pt modelId="{FFF94AD3-1AC9-4982-9E38-C52935EEAB36}">
      <dgm:prSet phldrT="[Texto]"/>
      <dgm:spPr>
        <a:solidFill>
          <a:srgbClr val="92D050"/>
        </a:solidFill>
      </dgm:spPr>
      <dgm:t>
        <a:bodyPr/>
        <a:lstStyle/>
        <a:p>
          <a:r>
            <a:rPr lang="pt-BR" dirty="0" err="1"/>
            <a:t>sulfitação</a:t>
          </a:r>
          <a:endParaRPr lang="pt-BR" dirty="0"/>
        </a:p>
      </dgm:t>
    </dgm:pt>
    <dgm:pt modelId="{563B22EF-E100-4EDF-8DA8-E0DF44DA1E9F}" type="parTrans" cxnId="{90C205F7-A56D-416B-B4A2-BD8B1D8E68E1}">
      <dgm:prSet/>
      <dgm:spPr/>
      <dgm:t>
        <a:bodyPr/>
        <a:lstStyle/>
        <a:p>
          <a:endParaRPr lang="pt-BR"/>
        </a:p>
      </dgm:t>
    </dgm:pt>
    <dgm:pt modelId="{D8B4A277-AD01-47BC-84E0-E954C6301AB1}" type="sibTrans" cxnId="{90C205F7-A56D-416B-B4A2-BD8B1D8E68E1}">
      <dgm:prSet/>
      <dgm:spPr/>
      <dgm:t>
        <a:bodyPr/>
        <a:lstStyle/>
        <a:p>
          <a:endParaRPr lang="pt-BR"/>
        </a:p>
      </dgm:t>
    </dgm:pt>
    <dgm:pt modelId="{6BBB5BC8-1CB7-46BA-9F93-C63994FC3EC6}">
      <dgm:prSet phldrT="[Texto]"/>
      <dgm:spPr>
        <a:solidFill>
          <a:srgbClr val="92D050"/>
        </a:solidFill>
      </dgm:spPr>
      <dgm:t>
        <a:bodyPr/>
        <a:lstStyle/>
        <a:p>
          <a:r>
            <a:rPr lang="pt-BR" dirty="0" err="1"/>
            <a:t>caleagem</a:t>
          </a:r>
          <a:endParaRPr lang="pt-BR" dirty="0"/>
        </a:p>
      </dgm:t>
    </dgm:pt>
    <dgm:pt modelId="{C42EE138-9545-47F8-942B-078A623FDC63}" type="parTrans" cxnId="{3E35560A-EE17-43FC-B0B6-D83F1B255344}">
      <dgm:prSet/>
      <dgm:spPr/>
      <dgm:t>
        <a:bodyPr/>
        <a:lstStyle/>
        <a:p>
          <a:endParaRPr lang="pt-BR"/>
        </a:p>
      </dgm:t>
    </dgm:pt>
    <dgm:pt modelId="{877B7F6E-FF4A-42F1-A1B1-EAFE8C41E08D}" type="sibTrans" cxnId="{3E35560A-EE17-43FC-B0B6-D83F1B255344}">
      <dgm:prSet/>
      <dgm:spPr/>
      <dgm:t>
        <a:bodyPr/>
        <a:lstStyle/>
        <a:p>
          <a:endParaRPr lang="pt-BR"/>
        </a:p>
      </dgm:t>
    </dgm:pt>
    <dgm:pt modelId="{52AD92F1-F626-4131-9091-FB3CEA8F4B3F}">
      <dgm:prSet phldrT="[Texto]"/>
      <dgm:spPr>
        <a:solidFill>
          <a:srgbClr val="92D050"/>
        </a:solidFill>
      </dgm:spPr>
      <dgm:t>
        <a:bodyPr/>
        <a:lstStyle/>
        <a:p>
          <a:r>
            <a:rPr lang="pt-BR" dirty="0"/>
            <a:t>Decantação </a:t>
          </a:r>
        </a:p>
        <a:p>
          <a:r>
            <a:rPr lang="pt-BR" dirty="0" err="1"/>
            <a:t>Fitração</a:t>
          </a:r>
          <a:endParaRPr lang="pt-BR" dirty="0"/>
        </a:p>
      </dgm:t>
    </dgm:pt>
    <dgm:pt modelId="{CDA7EE33-9A56-4508-A327-6DAD95ABFBA8}" type="parTrans" cxnId="{658514A4-BC70-4957-B2AF-B7F52F123C2E}">
      <dgm:prSet/>
      <dgm:spPr/>
      <dgm:t>
        <a:bodyPr/>
        <a:lstStyle/>
        <a:p>
          <a:endParaRPr lang="pt-BR"/>
        </a:p>
      </dgm:t>
    </dgm:pt>
    <dgm:pt modelId="{78E4D324-1586-445D-B54D-F456968E3CC4}" type="sibTrans" cxnId="{658514A4-BC70-4957-B2AF-B7F52F123C2E}">
      <dgm:prSet/>
      <dgm:spPr/>
      <dgm:t>
        <a:bodyPr/>
        <a:lstStyle/>
        <a:p>
          <a:endParaRPr lang="pt-BR"/>
        </a:p>
      </dgm:t>
    </dgm:pt>
    <dgm:pt modelId="{91F60879-417E-4E4B-8DBF-484E6E8E9614}">
      <dgm:prSet phldrT="[Texto]"/>
      <dgm:spPr>
        <a:solidFill>
          <a:srgbClr val="92D050"/>
        </a:solidFill>
      </dgm:spPr>
      <dgm:t>
        <a:bodyPr/>
        <a:lstStyle/>
        <a:p>
          <a:r>
            <a:rPr lang="pt-BR" dirty="0"/>
            <a:t>Evaporação</a:t>
          </a:r>
        </a:p>
      </dgm:t>
    </dgm:pt>
    <dgm:pt modelId="{B42733E7-8587-49B0-86AF-FED18D9D8D8D}" type="parTrans" cxnId="{B924D963-7FC8-4138-B3CA-D391D5C5559D}">
      <dgm:prSet/>
      <dgm:spPr/>
      <dgm:t>
        <a:bodyPr/>
        <a:lstStyle/>
        <a:p>
          <a:endParaRPr lang="pt-BR"/>
        </a:p>
      </dgm:t>
    </dgm:pt>
    <dgm:pt modelId="{47E6D8D8-758F-405E-950E-37C91E19E5D2}" type="sibTrans" cxnId="{B924D963-7FC8-4138-B3CA-D391D5C5559D}">
      <dgm:prSet/>
      <dgm:spPr/>
      <dgm:t>
        <a:bodyPr/>
        <a:lstStyle/>
        <a:p>
          <a:endParaRPr lang="pt-BR"/>
        </a:p>
      </dgm:t>
    </dgm:pt>
    <dgm:pt modelId="{CE5D6142-ACB8-4E97-A331-31F97464316C}">
      <dgm:prSet phldrT="[Texto]"/>
      <dgm:spPr>
        <a:solidFill>
          <a:srgbClr val="92D050"/>
        </a:solidFill>
      </dgm:spPr>
      <dgm:t>
        <a:bodyPr/>
        <a:lstStyle/>
        <a:p>
          <a:r>
            <a:rPr lang="pt-BR" dirty="0"/>
            <a:t>Cristalização</a:t>
          </a:r>
        </a:p>
      </dgm:t>
    </dgm:pt>
    <dgm:pt modelId="{2FEFC5E8-8208-4F20-881F-CC12D44EA3CF}" type="parTrans" cxnId="{9AAA9C6C-A93A-45A2-9DE4-A53AB20690C0}">
      <dgm:prSet/>
      <dgm:spPr/>
      <dgm:t>
        <a:bodyPr/>
        <a:lstStyle/>
        <a:p>
          <a:endParaRPr lang="pt-BR"/>
        </a:p>
      </dgm:t>
    </dgm:pt>
    <dgm:pt modelId="{B9EE6B6C-CF17-4EA1-9271-409E84B52477}" type="sibTrans" cxnId="{9AAA9C6C-A93A-45A2-9DE4-A53AB20690C0}">
      <dgm:prSet/>
      <dgm:spPr/>
      <dgm:t>
        <a:bodyPr/>
        <a:lstStyle/>
        <a:p>
          <a:endParaRPr lang="pt-BR"/>
        </a:p>
      </dgm:t>
    </dgm:pt>
    <dgm:pt modelId="{47BBAE5B-261C-472B-BBA0-22175CA2D936}">
      <dgm:prSet phldrT="[Texto]"/>
      <dgm:spPr>
        <a:solidFill>
          <a:srgbClr val="92D050"/>
        </a:solidFill>
      </dgm:spPr>
      <dgm:t>
        <a:bodyPr/>
        <a:lstStyle/>
        <a:p>
          <a:r>
            <a:rPr lang="pt-BR" dirty="0"/>
            <a:t>Centrifugação</a:t>
          </a:r>
        </a:p>
      </dgm:t>
    </dgm:pt>
    <dgm:pt modelId="{AB33EFE4-3204-4ABB-B601-045C8E700A00}" type="parTrans" cxnId="{E9A01FA3-2C8B-4D9D-9A96-D8A24246F4A0}">
      <dgm:prSet/>
      <dgm:spPr/>
      <dgm:t>
        <a:bodyPr/>
        <a:lstStyle/>
        <a:p>
          <a:endParaRPr lang="pt-BR"/>
        </a:p>
      </dgm:t>
    </dgm:pt>
    <dgm:pt modelId="{8F7141AE-0562-49CF-8DC7-A57772E885BF}" type="sibTrans" cxnId="{E9A01FA3-2C8B-4D9D-9A96-D8A24246F4A0}">
      <dgm:prSet/>
      <dgm:spPr/>
      <dgm:t>
        <a:bodyPr/>
        <a:lstStyle/>
        <a:p>
          <a:endParaRPr lang="pt-BR"/>
        </a:p>
      </dgm:t>
    </dgm:pt>
    <dgm:pt modelId="{643B128D-F116-4D48-B590-C4E8FB5C3787}">
      <dgm:prSet phldrT="[Texto]"/>
      <dgm:spPr>
        <a:solidFill>
          <a:srgbClr val="92D050"/>
        </a:solidFill>
      </dgm:spPr>
      <dgm:t>
        <a:bodyPr/>
        <a:lstStyle/>
        <a:p>
          <a:r>
            <a:rPr lang="pt-BR" dirty="0"/>
            <a:t>Secagem</a:t>
          </a:r>
        </a:p>
      </dgm:t>
    </dgm:pt>
    <dgm:pt modelId="{0B31C704-99A0-43E5-9D6C-C607F0FD5353}" type="parTrans" cxnId="{F9C927BC-EA08-4533-8126-6F98D158F452}">
      <dgm:prSet/>
      <dgm:spPr/>
      <dgm:t>
        <a:bodyPr/>
        <a:lstStyle/>
        <a:p>
          <a:endParaRPr lang="pt-BR"/>
        </a:p>
      </dgm:t>
    </dgm:pt>
    <dgm:pt modelId="{97FB1EA8-5D2B-4AB2-95EA-0B0BDAA7712A}" type="sibTrans" cxnId="{F9C927BC-EA08-4533-8126-6F98D158F452}">
      <dgm:prSet/>
      <dgm:spPr/>
      <dgm:t>
        <a:bodyPr/>
        <a:lstStyle/>
        <a:p>
          <a:endParaRPr lang="pt-BR"/>
        </a:p>
      </dgm:t>
    </dgm:pt>
    <dgm:pt modelId="{177CAA58-B1BD-4D9B-9BA6-78F4624E504A}">
      <dgm:prSet phldrT="[Texto]"/>
      <dgm:spPr>
        <a:solidFill>
          <a:schemeClr val="bg2"/>
        </a:solidFill>
      </dgm:spPr>
      <dgm:t>
        <a:bodyPr/>
        <a:lstStyle/>
        <a:p>
          <a:r>
            <a:rPr lang="pt-BR" dirty="0">
              <a:solidFill>
                <a:schemeClr val="bg1"/>
              </a:solidFill>
            </a:rPr>
            <a:t>Açucar</a:t>
          </a:r>
        </a:p>
      </dgm:t>
    </dgm:pt>
    <dgm:pt modelId="{DA5C755B-5596-465F-AD8A-B8A2F73627A8}" type="parTrans" cxnId="{7DD22E73-2425-40EF-B683-D7BA91D38652}">
      <dgm:prSet/>
      <dgm:spPr/>
      <dgm:t>
        <a:bodyPr/>
        <a:lstStyle/>
        <a:p>
          <a:endParaRPr lang="pt-BR"/>
        </a:p>
      </dgm:t>
    </dgm:pt>
    <dgm:pt modelId="{E806EA8D-D2FA-4178-ACEB-6A13BEE532DC}" type="sibTrans" cxnId="{7DD22E73-2425-40EF-B683-D7BA91D38652}">
      <dgm:prSet/>
      <dgm:spPr/>
      <dgm:t>
        <a:bodyPr/>
        <a:lstStyle/>
        <a:p>
          <a:endParaRPr lang="pt-BR"/>
        </a:p>
      </dgm:t>
    </dgm:pt>
    <dgm:pt modelId="{3EE5EF8E-F317-400A-935E-C03436D3F95F}">
      <dgm:prSet/>
      <dgm:spPr>
        <a:solidFill>
          <a:srgbClr val="92D050"/>
        </a:solidFill>
      </dgm:spPr>
      <dgm:t>
        <a:bodyPr/>
        <a:lstStyle/>
        <a:p>
          <a:r>
            <a:rPr lang="pt-BR" dirty="0"/>
            <a:t>Pré-tratamento</a:t>
          </a:r>
        </a:p>
      </dgm:t>
    </dgm:pt>
    <dgm:pt modelId="{120A8F98-AAC8-490B-86EB-7D6CC9D3BCA0}" type="parTrans" cxnId="{E45F350B-F85B-4756-AC77-B3E5D76A372B}">
      <dgm:prSet/>
      <dgm:spPr/>
      <dgm:t>
        <a:bodyPr/>
        <a:lstStyle/>
        <a:p>
          <a:endParaRPr lang="pt-BR"/>
        </a:p>
      </dgm:t>
    </dgm:pt>
    <dgm:pt modelId="{F3C52970-135F-4C7E-B8E4-9AE255E328F5}" type="sibTrans" cxnId="{E45F350B-F85B-4756-AC77-B3E5D76A372B}">
      <dgm:prSet/>
      <dgm:spPr/>
      <dgm:t>
        <a:bodyPr/>
        <a:lstStyle/>
        <a:p>
          <a:endParaRPr lang="pt-BR"/>
        </a:p>
      </dgm:t>
    </dgm:pt>
    <dgm:pt modelId="{58E7A0AB-D890-48AD-95C7-C19EA0E68F63}">
      <dgm:prSet/>
      <dgm:spPr>
        <a:solidFill>
          <a:srgbClr val="92D050"/>
        </a:solidFill>
      </dgm:spPr>
      <dgm:t>
        <a:bodyPr/>
        <a:lstStyle/>
        <a:p>
          <a:r>
            <a:rPr lang="pt-BR" dirty="0"/>
            <a:t>Extração da cana</a:t>
          </a:r>
        </a:p>
      </dgm:t>
    </dgm:pt>
    <dgm:pt modelId="{377BBDE9-7DC0-4308-A5D1-CB8EBA21BBCC}" type="parTrans" cxnId="{A434D0FD-4B90-4D7D-846D-120D37208FDA}">
      <dgm:prSet/>
      <dgm:spPr/>
      <dgm:t>
        <a:bodyPr/>
        <a:lstStyle/>
        <a:p>
          <a:endParaRPr lang="pt-BR"/>
        </a:p>
      </dgm:t>
    </dgm:pt>
    <dgm:pt modelId="{674895A2-9D03-4FB0-A579-2B02F505C7CC}" type="sibTrans" cxnId="{A434D0FD-4B90-4D7D-846D-120D37208FDA}">
      <dgm:prSet/>
      <dgm:spPr/>
      <dgm:t>
        <a:bodyPr/>
        <a:lstStyle/>
        <a:p>
          <a:endParaRPr lang="pt-BR"/>
        </a:p>
      </dgm:t>
    </dgm:pt>
    <dgm:pt modelId="{94DFB469-5973-47B5-8EB6-9DE8A000D09A}">
      <dgm:prSet/>
      <dgm:spPr/>
      <dgm:t>
        <a:bodyPr/>
        <a:lstStyle/>
        <a:p>
          <a:r>
            <a:rPr lang="pt-BR" dirty="0"/>
            <a:t>cana</a:t>
          </a:r>
        </a:p>
      </dgm:t>
    </dgm:pt>
    <dgm:pt modelId="{A905F72D-C9D1-4B1E-AD00-E7115DF744F7}" type="parTrans" cxnId="{4A87EF89-0263-4E7D-B095-61895120D10F}">
      <dgm:prSet/>
      <dgm:spPr/>
      <dgm:t>
        <a:bodyPr/>
        <a:lstStyle/>
        <a:p>
          <a:endParaRPr lang="pt-BR"/>
        </a:p>
      </dgm:t>
    </dgm:pt>
    <dgm:pt modelId="{F89D075F-A52D-448F-9F9E-95DE2803792E}" type="sibTrans" cxnId="{4A87EF89-0263-4E7D-B095-61895120D10F}">
      <dgm:prSet/>
      <dgm:spPr/>
      <dgm:t>
        <a:bodyPr/>
        <a:lstStyle/>
        <a:p>
          <a:endParaRPr lang="pt-BR"/>
        </a:p>
      </dgm:t>
    </dgm:pt>
    <dgm:pt modelId="{327D80A6-677A-4586-B672-D1D0F7712478}" type="pres">
      <dgm:prSet presAssocID="{2BCF97FD-9651-4B86-B421-0FD1BB63A769}" presName="diagram" presStyleCnt="0">
        <dgm:presLayoutVars>
          <dgm:dir/>
          <dgm:resizeHandles/>
        </dgm:presLayoutVars>
      </dgm:prSet>
      <dgm:spPr/>
    </dgm:pt>
    <dgm:pt modelId="{EB24C8C8-4093-414F-A5B3-68F6FD78ACCA}" type="pres">
      <dgm:prSet presAssocID="{94DFB469-5973-47B5-8EB6-9DE8A000D09A}" presName="firstNode" presStyleLbl="node1" presStyleIdx="0" presStyleCnt="12">
        <dgm:presLayoutVars>
          <dgm:bulletEnabled val="1"/>
        </dgm:presLayoutVars>
      </dgm:prSet>
      <dgm:spPr/>
    </dgm:pt>
    <dgm:pt modelId="{11A5B750-F80D-42E6-83C7-531968EBA625}" type="pres">
      <dgm:prSet presAssocID="{F89D075F-A52D-448F-9F9E-95DE2803792E}" presName="sibTrans" presStyleLbl="sibTrans2D1" presStyleIdx="0" presStyleCnt="11" custAng="16200000"/>
      <dgm:spPr>
        <a:prstGeom prst="rightArrow">
          <a:avLst/>
        </a:prstGeom>
      </dgm:spPr>
    </dgm:pt>
    <dgm:pt modelId="{49561CBE-28BE-4C00-9733-9F943679E74A}" type="pres">
      <dgm:prSet presAssocID="{A4851EFA-F457-43B9-8F57-2D7276477C7D}" presName="middleNode" presStyleCnt="0"/>
      <dgm:spPr/>
    </dgm:pt>
    <dgm:pt modelId="{C916A8B5-7787-4D25-9759-38E9BE7404B1}" type="pres">
      <dgm:prSet presAssocID="{A4851EFA-F457-43B9-8F57-2D7276477C7D}" presName="padding" presStyleLbl="node1" presStyleIdx="0" presStyleCnt="12"/>
      <dgm:spPr/>
    </dgm:pt>
    <dgm:pt modelId="{8B203DA3-8CC1-4ADB-9FDE-DD531E21BBC9}" type="pres">
      <dgm:prSet presAssocID="{A4851EFA-F457-43B9-8F57-2D7276477C7D}" presName="shape" presStyleLbl="node1" presStyleIdx="1" presStyleCnt="12" custScaleX="150491" custScaleY="76147">
        <dgm:presLayoutVars>
          <dgm:bulletEnabled val="1"/>
        </dgm:presLayoutVars>
      </dgm:prSet>
      <dgm:spPr>
        <a:prstGeom prst="rect">
          <a:avLst/>
        </a:prstGeom>
      </dgm:spPr>
    </dgm:pt>
    <dgm:pt modelId="{6552EC03-78E8-4A05-BA54-16066F5EADED}" type="pres">
      <dgm:prSet presAssocID="{06D2A5BE-0ECD-4DD7-A95C-ED6831938868}" presName="sibTrans" presStyleLbl="sibTrans2D1" presStyleIdx="1" presStyleCnt="11" custAng="16200000"/>
      <dgm:spPr>
        <a:prstGeom prst="rightArrow">
          <a:avLst/>
        </a:prstGeom>
      </dgm:spPr>
    </dgm:pt>
    <dgm:pt modelId="{362D991D-F64B-47D2-9FD0-CB3664A68CF4}" type="pres">
      <dgm:prSet presAssocID="{58E7A0AB-D890-48AD-95C7-C19EA0E68F63}" presName="middleNode" presStyleCnt="0"/>
      <dgm:spPr/>
    </dgm:pt>
    <dgm:pt modelId="{4C4CCB05-1419-42C6-A93F-8AA8F1F9C3C8}" type="pres">
      <dgm:prSet presAssocID="{58E7A0AB-D890-48AD-95C7-C19EA0E68F63}" presName="padding" presStyleLbl="node1" presStyleIdx="1" presStyleCnt="12"/>
      <dgm:spPr/>
    </dgm:pt>
    <dgm:pt modelId="{21FFFC3B-3358-45F7-A557-959AAC323497}" type="pres">
      <dgm:prSet presAssocID="{58E7A0AB-D890-48AD-95C7-C19EA0E68F63}" presName="shape" presStyleLbl="node1" presStyleIdx="2" presStyleCnt="12" custScaleX="150491" custScaleY="76147">
        <dgm:presLayoutVars>
          <dgm:bulletEnabled val="1"/>
        </dgm:presLayoutVars>
      </dgm:prSet>
      <dgm:spPr>
        <a:prstGeom prst="rect">
          <a:avLst/>
        </a:prstGeom>
      </dgm:spPr>
    </dgm:pt>
    <dgm:pt modelId="{8E3B768E-761C-4B7E-9BA8-FDD60E5632D5}" type="pres">
      <dgm:prSet presAssocID="{674895A2-9D03-4FB0-A579-2B02F505C7CC}" presName="sibTrans" presStyleLbl="sibTrans2D1" presStyleIdx="2" presStyleCnt="11" custAng="16200000"/>
      <dgm:spPr>
        <a:prstGeom prst="rightArrow">
          <a:avLst/>
        </a:prstGeom>
      </dgm:spPr>
    </dgm:pt>
    <dgm:pt modelId="{80B78A82-B007-4F27-B269-90037672A1CE}" type="pres">
      <dgm:prSet presAssocID="{3EE5EF8E-F317-400A-935E-C03436D3F95F}" presName="middleNode" presStyleCnt="0"/>
      <dgm:spPr/>
    </dgm:pt>
    <dgm:pt modelId="{AF5A501C-9335-47BB-9BD3-760B0529825B}" type="pres">
      <dgm:prSet presAssocID="{3EE5EF8E-F317-400A-935E-C03436D3F95F}" presName="padding" presStyleLbl="node1" presStyleIdx="2" presStyleCnt="12"/>
      <dgm:spPr/>
    </dgm:pt>
    <dgm:pt modelId="{5B94EE16-B4AC-4396-AC65-A215B7EC5839}" type="pres">
      <dgm:prSet presAssocID="{3EE5EF8E-F317-400A-935E-C03436D3F95F}" presName="shape" presStyleLbl="node1" presStyleIdx="3" presStyleCnt="12" custScaleX="150491" custScaleY="76147">
        <dgm:presLayoutVars>
          <dgm:bulletEnabled val="1"/>
        </dgm:presLayoutVars>
      </dgm:prSet>
      <dgm:spPr>
        <a:prstGeom prst="rect">
          <a:avLst/>
        </a:prstGeom>
      </dgm:spPr>
    </dgm:pt>
    <dgm:pt modelId="{84E0E538-D4E3-4490-9E0C-A2EBD10C3E3F}" type="pres">
      <dgm:prSet presAssocID="{F3C52970-135F-4C7E-B8E4-9AE255E328F5}" presName="sibTrans" presStyleLbl="sibTrans2D1" presStyleIdx="3" presStyleCnt="11" custAng="16200000"/>
      <dgm:spPr>
        <a:prstGeom prst="rightArrow">
          <a:avLst/>
        </a:prstGeom>
      </dgm:spPr>
    </dgm:pt>
    <dgm:pt modelId="{93639CF4-5AB8-48A1-9767-1BCF810D5F07}" type="pres">
      <dgm:prSet presAssocID="{FFF94AD3-1AC9-4982-9E38-C52935EEAB36}" presName="middleNode" presStyleCnt="0"/>
      <dgm:spPr/>
    </dgm:pt>
    <dgm:pt modelId="{A2FFEC6B-8A8F-40E0-A1E9-320110163210}" type="pres">
      <dgm:prSet presAssocID="{FFF94AD3-1AC9-4982-9E38-C52935EEAB36}" presName="padding" presStyleLbl="node1" presStyleIdx="3" presStyleCnt="12"/>
      <dgm:spPr/>
    </dgm:pt>
    <dgm:pt modelId="{D680FC64-1AE7-4CAA-83D0-C8F4871B42BE}" type="pres">
      <dgm:prSet presAssocID="{FFF94AD3-1AC9-4982-9E38-C52935EEAB36}" presName="shape" presStyleLbl="node1" presStyleIdx="4" presStyleCnt="12" custScaleX="150491" custScaleY="76147">
        <dgm:presLayoutVars>
          <dgm:bulletEnabled val="1"/>
        </dgm:presLayoutVars>
      </dgm:prSet>
      <dgm:spPr>
        <a:prstGeom prst="rect">
          <a:avLst/>
        </a:prstGeom>
      </dgm:spPr>
    </dgm:pt>
    <dgm:pt modelId="{A1934466-426B-47BB-BF23-B23EC8406A11}" type="pres">
      <dgm:prSet presAssocID="{D8B4A277-AD01-47BC-84E0-E954C6301AB1}" presName="sibTrans" presStyleLbl="sibTrans2D1" presStyleIdx="4" presStyleCnt="11" custAng="16200000"/>
      <dgm:spPr>
        <a:prstGeom prst="rightArrow">
          <a:avLst/>
        </a:prstGeom>
      </dgm:spPr>
    </dgm:pt>
    <dgm:pt modelId="{AFBAAC98-F22F-45B3-98CC-97A0B89FBB81}" type="pres">
      <dgm:prSet presAssocID="{6BBB5BC8-1CB7-46BA-9F93-C63994FC3EC6}" presName="middleNode" presStyleCnt="0"/>
      <dgm:spPr/>
    </dgm:pt>
    <dgm:pt modelId="{A0CA9188-B335-4A4A-A5AE-D10ABDF6C2FB}" type="pres">
      <dgm:prSet presAssocID="{6BBB5BC8-1CB7-46BA-9F93-C63994FC3EC6}" presName="padding" presStyleLbl="node1" presStyleIdx="4" presStyleCnt="12"/>
      <dgm:spPr/>
    </dgm:pt>
    <dgm:pt modelId="{9313386E-589E-4067-931C-48B6A7E4FE9A}" type="pres">
      <dgm:prSet presAssocID="{6BBB5BC8-1CB7-46BA-9F93-C63994FC3EC6}" presName="shape" presStyleLbl="node1" presStyleIdx="5" presStyleCnt="12" custScaleX="150491" custScaleY="76147">
        <dgm:presLayoutVars>
          <dgm:bulletEnabled val="1"/>
        </dgm:presLayoutVars>
      </dgm:prSet>
      <dgm:spPr>
        <a:prstGeom prst="rect">
          <a:avLst/>
        </a:prstGeom>
      </dgm:spPr>
    </dgm:pt>
    <dgm:pt modelId="{8F0DE00E-FD1A-4CFB-8CD9-BA77F567D5F1}" type="pres">
      <dgm:prSet presAssocID="{877B7F6E-FF4A-42F1-A1B1-EAFE8C41E08D}" presName="sibTrans" presStyleLbl="sibTrans2D1" presStyleIdx="5" presStyleCnt="11" custAng="16200000"/>
      <dgm:spPr>
        <a:prstGeom prst="rightArrow">
          <a:avLst/>
        </a:prstGeom>
      </dgm:spPr>
    </dgm:pt>
    <dgm:pt modelId="{4A46B1C3-C603-4165-A80D-0AD962F37956}" type="pres">
      <dgm:prSet presAssocID="{52AD92F1-F626-4131-9091-FB3CEA8F4B3F}" presName="middleNode" presStyleCnt="0"/>
      <dgm:spPr/>
    </dgm:pt>
    <dgm:pt modelId="{254B4552-9C18-4F99-8841-111BABBF0F11}" type="pres">
      <dgm:prSet presAssocID="{52AD92F1-F626-4131-9091-FB3CEA8F4B3F}" presName="padding" presStyleLbl="node1" presStyleIdx="5" presStyleCnt="12"/>
      <dgm:spPr/>
    </dgm:pt>
    <dgm:pt modelId="{BB38292E-1403-4EFE-89B9-75C5669B3534}" type="pres">
      <dgm:prSet presAssocID="{52AD92F1-F626-4131-9091-FB3CEA8F4B3F}" presName="shape" presStyleLbl="node1" presStyleIdx="6" presStyleCnt="12" custScaleX="150491" custScaleY="76147">
        <dgm:presLayoutVars>
          <dgm:bulletEnabled val="1"/>
        </dgm:presLayoutVars>
      </dgm:prSet>
      <dgm:spPr>
        <a:prstGeom prst="rect">
          <a:avLst/>
        </a:prstGeom>
      </dgm:spPr>
    </dgm:pt>
    <dgm:pt modelId="{1E31B92D-A545-45D6-BA56-7EE395151333}" type="pres">
      <dgm:prSet presAssocID="{78E4D324-1586-445D-B54D-F456968E3CC4}" presName="sibTrans" presStyleLbl="sibTrans2D1" presStyleIdx="6" presStyleCnt="11" custAng="16200000"/>
      <dgm:spPr>
        <a:prstGeom prst="rightArrow">
          <a:avLst/>
        </a:prstGeom>
      </dgm:spPr>
    </dgm:pt>
    <dgm:pt modelId="{705B161B-365A-4899-B31B-1C0BD1EDD825}" type="pres">
      <dgm:prSet presAssocID="{91F60879-417E-4E4B-8DBF-484E6E8E9614}" presName="middleNode" presStyleCnt="0"/>
      <dgm:spPr/>
    </dgm:pt>
    <dgm:pt modelId="{165EE672-C4C4-44A3-99B0-55E2C9269BCF}" type="pres">
      <dgm:prSet presAssocID="{91F60879-417E-4E4B-8DBF-484E6E8E9614}" presName="padding" presStyleLbl="node1" presStyleIdx="6" presStyleCnt="12"/>
      <dgm:spPr/>
    </dgm:pt>
    <dgm:pt modelId="{E9A842E8-2107-433A-97C9-734D22EB7336}" type="pres">
      <dgm:prSet presAssocID="{91F60879-417E-4E4B-8DBF-484E6E8E9614}" presName="shape" presStyleLbl="node1" presStyleIdx="7" presStyleCnt="12" custScaleX="150491" custScaleY="76147">
        <dgm:presLayoutVars>
          <dgm:bulletEnabled val="1"/>
        </dgm:presLayoutVars>
      </dgm:prSet>
      <dgm:spPr>
        <a:prstGeom prst="rect">
          <a:avLst/>
        </a:prstGeom>
      </dgm:spPr>
    </dgm:pt>
    <dgm:pt modelId="{17BCB274-1B18-41BA-9F92-FFF996CDB0A2}" type="pres">
      <dgm:prSet presAssocID="{47E6D8D8-758F-405E-950E-37C91E19E5D2}" presName="sibTrans" presStyleLbl="sibTrans2D1" presStyleIdx="7" presStyleCnt="11" custAng="16200000"/>
      <dgm:spPr>
        <a:prstGeom prst="rightArrow">
          <a:avLst/>
        </a:prstGeom>
      </dgm:spPr>
    </dgm:pt>
    <dgm:pt modelId="{60EEF046-E22D-4122-99EC-B306E9110153}" type="pres">
      <dgm:prSet presAssocID="{CE5D6142-ACB8-4E97-A331-31F97464316C}" presName="middleNode" presStyleCnt="0"/>
      <dgm:spPr/>
    </dgm:pt>
    <dgm:pt modelId="{C2189951-4479-48CE-9290-AEF68DF18EBB}" type="pres">
      <dgm:prSet presAssocID="{CE5D6142-ACB8-4E97-A331-31F97464316C}" presName="padding" presStyleLbl="node1" presStyleIdx="7" presStyleCnt="12"/>
      <dgm:spPr/>
    </dgm:pt>
    <dgm:pt modelId="{CC9856B2-361C-40B4-8BBC-123D28C05B2B}" type="pres">
      <dgm:prSet presAssocID="{CE5D6142-ACB8-4E97-A331-31F97464316C}" presName="shape" presStyleLbl="node1" presStyleIdx="8" presStyleCnt="12" custScaleX="150491" custScaleY="76147">
        <dgm:presLayoutVars>
          <dgm:bulletEnabled val="1"/>
        </dgm:presLayoutVars>
      </dgm:prSet>
      <dgm:spPr>
        <a:prstGeom prst="rect">
          <a:avLst/>
        </a:prstGeom>
      </dgm:spPr>
    </dgm:pt>
    <dgm:pt modelId="{27E0F054-8400-4BE1-9F59-517C5235A84F}" type="pres">
      <dgm:prSet presAssocID="{B9EE6B6C-CF17-4EA1-9271-409E84B52477}" presName="sibTrans" presStyleLbl="sibTrans2D1" presStyleIdx="8" presStyleCnt="11" custAng="16200000"/>
      <dgm:spPr>
        <a:prstGeom prst="rightArrow">
          <a:avLst/>
        </a:prstGeom>
      </dgm:spPr>
    </dgm:pt>
    <dgm:pt modelId="{DD416B36-4D98-4327-9739-8DF3CF706A5C}" type="pres">
      <dgm:prSet presAssocID="{47BBAE5B-261C-472B-BBA0-22175CA2D936}" presName="middleNode" presStyleCnt="0"/>
      <dgm:spPr/>
    </dgm:pt>
    <dgm:pt modelId="{FCABF418-8DED-4A9E-98A5-F870535AC128}" type="pres">
      <dgm:prSet presAssocID="{47BBAE5B-261C-472B-BBA0-22175CA2D936}" presName="padding" presStyleLbl="node1" presStyleIdx="8" presStyleCnt="12"/>
      <dgm:spPr/>
    </dgm:pt>
    <dgm:pt modelId="{7B2D35C2-9DD3-4DE3-8773-377B20C07A34}" type="pres">
      <dgm:prSet presAssocID="{47BBAE5B-261C-472B-BBA0-22175CA2D936}" presName="shape" presStyleLbl="node1" presStyleIdx="9" presStyleCnt="12" custScaleX="150491" custScaleY="76147">
        <dgm:presLayoutVars>
          <dgm:bulletEnabled val="1"/>
        </dgm:presLayoutVars>
      </dgm:prSet>
      <dgm:spPr>
        <a:prstGeom prst="rect">
          <a:avLst/>
        </a:prstGeom>
      </dgm:spPr>
    </dgm:pt>
    <dgm:pt modelId="{2B6086B4-6684-46E7-B04F-B08BA1C5B6EA}" type="pres">
      <dgm:prSet presAssocID="{8F7141AE-0562-49CF-8DC7-A57772E885BF}" presName="sibTrans" presStyleLbl="sibTrans2D1" presStyleIdx="9" presStyleCnt="11" custAng="16200000"/>
      <dgm:spPr>
        <a:prstGeom prst="rightArrow">
          <a:avLst/>
        </a:prstGeom>
      </dgm:spPr>
    </dgm:pt>
    <dgm:pt modelId="{8ECC8858-E091-44BB-ACE1-6B10C57AC160}" type="pres">
      <dgm:prSet presAssocID="{643B128D-F116-4D48-B590-C4E8FB5C3787}" presName="middleNode" presStyleCnt="0"/>
      <dgm:spPr/>
    </dgm:pt>
    <dgm:pt modelId="{93B7987D-8CCF-423C-8FDD-8FE5D6484743}" type="pres">
      <dgm:prSet presAssocID="{643B128D-F116-4D48-B590-C4E8FB5C3787}" presName="padding" presStyleLbl="node1" presStyleIdx="9" presStyleCnt="12"/>
      <dgm:spPr/>
    </dgm:pt>
    <dgm:pt modelId="{2E4FD7EE-3245-4A5D-AE04-E44223DFFAB4}" type="pres">
      <dgm:prSet presAssocID="{643B128D-F116-4D48-B590-C4E8FB5C3787}" presName="shape" presStyleLbl="node1" presStyleIdx="10" presStyleCnt="12" custScaleX="149554" custScaleY="70558" custLinFactNeighborX="-3758" custLinFactNeighborY="0">
        <dgm:presLayoutVars>
          <dgm:bulletEnabled val="1"/>
        </dgm:presLayoutVars>
      </dgm:prSet>
      <dgm:spPr>
        <a:prstGeom prst="rect">
          <a:avLst/>
        </a:prstGeom>
      </dgm:spPr>
    </dgm:pt>
    <dgm:pt modelId="{AFF45019-185C-4D0D-8908-0E19478F2510}" type="pres">
      <dgm:prSet presAssocID="{97FB1EA8-5D2B-4AB2-95EA-0B0BDAA7712A}" presName="sibTrans" presStyleLbl="sibTrans2D1" presStyleIdx="10" presStyleCnt="11" custAng="16200000"/>
      <dgm:spPr>
        <a:prstGeom prst="rightArrow">
          <a:avLst/>
        </a:prstGeom>
      </dgm:spPr>
    </dgm:pt>
    <dgm:pt modelId="{E5C8AE20-EF71-49A7-AF39-BF4978A2C17D}" type="pres">
      <dgm:prSet presAssocID="{177CAA58-B1BD-4D9B-9BA6-78F4624E504A}" presName="lastNode" presStyleLbl="node1" presStyleIdx="11" presStyleCnt="12" custLinFactNeighborX="-650" custLinFactNeighborY="-4553">
        <dgm:presLayoutVars>
          <dgm:bulletEnabled val="1"/>
        </dgm:presLayoutVars>
      </dgm:prSet>
      <dgm:spPr/>
    </dgm:pt>
  </dgm:ptLst>
  <dgm:cxnLst>
    <dgm:cxn modelId="{DAFE7B01-7A87-478B-BD54-DA4E98B7D730}" type="presOf" srcId="{8F7141AE-0562-49CF-8DC7-A57772E885BF}" destId="{2B6086B4-6684-46E7-B04F-B08BA1C5B6EA}" srcOrd="0" destOrd="0" presId="urn:microsoft.com/office/officeart/2005/8/layout/bProcess2"/>
    <dgm:cxn modelId="{BCCBD104-BEBC-456F-A47D-4F0DBDB7A1EB}" type="presOf" srcId="{94DFB469-5973-47B5-8EB6-9DE8A000D09A}" destId="{EB24C8C8-4093-414F-A5B3-68F6FD78ACCA}" srcOrd="0" destOrd="0" presId="urn:microsoft.com/office/officeart/2005/8/layout/bProcess2"/>
    <dgm:cxn modelId="{3E35560A-EE17-43FC-B0B6-D83F1B255344}" srcId="{2BCF97FD-9651-4B86-B421-0FD1BB63A769}" destId="{6BBB5BC8-1CB7-46BA-9F93-C63994FC3EC6}" srcOrd="5" destOrd="0" parTransId="{C42EE138-9545-47F8-942B-078A623FDC63}" sibTransId="{877B7F6E-FF4A-42F1-A1B1-EAFE8C41E08D}"/>
    <dgm:cxn modelId="{E45F350B-F85B-4756-AC77-B3E5D76A372B}" srcId="{2BCF97FD-9651-4B86-B421-0FD1BB63A769}" destId="{3EE5EF8E-F317-400A-935E-C03436D3F95F}" srcOrd="3" destOrd="0" parTransId="{120A8F98-AAC8-490B-86EB-7D6CC9D3BCA0}" sibTransId="{F3C52970-135F-4C7E-B8E4-9AE255E328F5}"/>
    <dgm:cxn modelId="{A147D915-0B98-4325-8BA8-F39DCE95D12A}" type="presOf" srcId="{D8B4A277-AD01-47BC-84E0-E954C6301AB1}" destId="{A1934466-426B-47BB-BF23-B23EC8406A11}" srcOrd="0" destOrd="0" presId="urn:microsoft.com/office/officeart/2005/8/layout/bProcess2"/>
    <dgm:cxn modelId="{DD9ABB1E-8A5E-4D55-BA28-671E4E30A6AF}" type="presOf" srcId="{06D2A5BE-0ECD-4DD7-A95C-ED6831938868}" destId="{6552EC03-78E8-4A05-BA54-16066F5EADED}" srcOrd="0" destOrd="0" presId="urn:microsoft.com/office/officeart/2005/8/layout/bProcess2"/>
    <dgm:cxn modelId="{40828B22-5060-4BDD-AEC7-B039310F3A55}" type="presOf" srcId="{47BBAE5B-261C-472B-BBA0-22175CA2D936}" destId="{7B2D35C2-9DD3-4DE3-8773-377B20C07A34}" srcOrd="0" destOrd="0" presId="urn:microsoft.com/office/officeart/2005/8/layout/bProcess2"/>
    <dgm:cxn modelId="{D85CE629-A902-4C8E-B9D4-42EA42BA306A}" type="presOf" srcId="{52AD92F1-F626-4131-9091-FB3CEA8F4B3F}" destId="{BB38292E-1403-4EFE-89B9-75C5669B3534}" srcOrd="0" destOrd="0" presId="urn:microsoft.com/office/officeart/2005/8/layout/bProcess2"/>
    <dgm:cxn modelId="{8F656238-ABFC-4F61-A39B-95E848FD7ED9}" type="presOf" srcId="{6BBB5BC8-1CB7-46BA-9F93-C63994FC3EC6}" destId="{9313386E-589E-4067-931C-48B6A7E4FE9A}" srcOrd="0" destOrd="0" presId="urn:microsoft.com/office/officeart/2005/8/layout/bProcess2"/>
    <dgm:cxn modelId="{1A7D7F41-501E-4E1A-9368-8C2FEB1F4217}" type="presOf" srcId="{A4851EFA-F457-43B9-8F57-2D7276477C7D}" destId="{8B203DA3-8CC1-4ADB-9FDE-DD531E21BBC9}" srcOrd="0" destOrd="0" presId="urn:microsoft.com/office/officeart/2005/8/layout/bProcess2"/>
    <dgm:cxn modelId="{B924D963-7FC8-4138-B3CA-D391D5C5559D}" srcId="{2BCF97FD-9651-4B86-B421-0FD1BB63A769}" destId="{91F60879-417E-4E4B-8DBF-484E6E8E9614}" srcOrd="7" destOrd="0" parTransId="{B42733E7-8587-49B0-86AF-FED18D9D8D8D}" sibTransId="{47E6D8D8-758F-405E-950E-37C91E19E5D2}"/>
    <dgm:cxn modelId="{9AAA9C6C-A93A-45A2-9DE4-A53AB20690C0}" srcId="{2BCF97FD-9651-4B86-B421-0FD1BB63A769}" destId="{CE5D6142-ACB8-4E97-A331-31F97464316C}" srcOrd="8" destOrd="0" parTransId="{2FEFC5E8-8208-4F20-881F-CC12D44EA3CF}" sibTransId="{B9EE6B6C-CF17-4EA1-9271-409E84B52477}"/>
    <dgm:cxn modelId="{29F1D672-2E89-4900-977A-BBA8E3B22EFB}" type="presOf" srcId="{2BCF97FD-9651-4B86-B421-0FD1BB63A769}" destId="{327D80A6-677A-4586-B672-D1D0F7712478}" srcOrd="0" destOrd="0" presId="urn:microsoft.com/office/officeart/2005/8/layout/bProcess2"/>
    <dgm:cxn modelId="{7DD22E73-2425-40EF-B683-D7BA91D38652}" srcId="{2BCF97FD-9651-4B86-B421-0FD1BB63A769}" destId="{177CAA58-B1BD-4D9B-9BA6-78F4624E504A}" srcOrd="11" destOrd="0" parTransId="{DA5C755B-5596-465F-AD8A-B8A2F73627A8}" sibTransId="{E806EA8D-D2FA-4178-ACEB-6A13BEE532DC}"/>
    <dgm:cxn modelId="{EB93E889-9720-47D0-9026-0AF10979DC52}" type="presOf" srcId="{78E4D324-1586-445D-B54D-F456968E3CC4}" destId="{1E31B92D-A545-45D6-BA56-7EE395151333}" srcOrd="0" destOrd="0" presId="urn:microsoft.com/office/officeart/2005/8/layout/bProcess2"/>
    <dgm:cxn modelId="{4A87EF89-0263-4E7D-B095-61895120D10F}" srcId="{2BCF97FD-9651-4B86-B421-0FD1BB63A769}" destId="{94DFB469-5973-47B5-8EB6-9DE8A000D09A}" srcOrd="0" destOrd="0" parTransId="{A905F72D-C9D1-4B1E-AD00-E7115DF744F7}" sibTransId="{F89D075F-A52D-448F-9F9E-95DE2803792E}"/>
    <dgm:cxn modelId="{91002F8E-6229-46CB-A83A-255B403EC5FC}" type="presOf" srcId="{FFF94AD3-1AC9-4982-9E38-C52935EEAB36}" destId="{D680FC64-1AE7-4CAA-83D0-C8F4871B42BE}" srcOrd="0" destOrd="0" presId="urn:microsoft.com/office/officeart/2005/8/layout/bProcess2"/>
    <dgm:cxn modelId="{E9A01FA3-2C8B-4D9D-9A96-D8A24246F4A0}" srcId="{2BCF97FD-9651-4B86-B421-0FD1BB63A769}" destId="{47BBAE5B-261C-472B-BBA0-22175CA2D936}" srcOrd="9" destOrd="0" parTransId="{AB33EFE4-3204-4ABB-B601-045C8E700A00}" sibTransId="{8F7141AE-0562-49CF-8DC7-A57772E885BF}"/>
    <dgm:cxn modelId="{658514A4-BC70-4957-B2AF-B7F52F123C2E}" srcId="{2BCF97FD-9651-4B86-B421-0FD1BB63A769}" destId="{52AD92F1-F626-4131-9091-FB3CEA8F4B3F}" srcOrd="6" destOrd="0" parTransId="{CDA7EE33-9A56-4508-A327-6DAD95ABFBA8}" sibTransId="{78E4D324-1586-445D-B54D-F456968E3CC4}"/>
    <dgm:cxn modelId="{4D5729A7-5475-45CB-81EA-CEB754D54C70}" type="presOf" srcId="{643B128D-F116-4D48-B590-C4E8FB5C3787}" destId="{2E4FD7EE-3245-4A5D-AE04-E44223DFFAB4}" srcOrd="0" destOrd="0" presId="urn:microsoft.com/office/officeart/2005/8/layout/bProcess2"/>
    <dgm:cxn modelId="{B97227A9-EC16-4FAD-B175-62AC1A702948}" type="presOf" srcId="{B9EE6B6C-CF17-4EA1-9271-409E84B52477}" destId="{27E0F054-8400-4BE1-9F59-517C5235A84F}" srcOrd="0" destOrd="0" presId="urn:microsoft.com/office/officeart/2005/8/layout/bProcess2"/>
    <dgm:cxn modelId="{342718AC-60B1-4413-A419-166E60F5DD3C}" type="presOf" srcId="{91F60879-417E-4E4B-8DBF-484E6E8E9614}" destId="{E9A842E8-2107-433A-97C9-734D22EB7336}" srcOrd="0" destOrd="0" presId="urn:microsoft.com/office/officeart/2005/8/layout/bProcess2"/>
    <dgm:cxn modelId="{837EC7B7-9D85-41F0-99E4-D0B9B65DAADA}" type="presOf" srcId="{877B7F6E-FF4A-42F1-A1B1-EAFE8C41E08D}" destId="{8F0DE00E-FD1A-4CFB-8CD9-BA77F567D5F1}" srcOrd="0" destOrd="0" presId="urn:microsoft.com/office/officeart/2005/8/layout/bProcess2"/>
    <dgm:cxn modelId="{B9DD2ABA-BFB1-4B79-A3F5-3B67AEFDDE18}" type="presOf" srcId="{97FB1EA8-5D2B-4AB2-95EA-0B0BDAA7712A}" destId="{AFF45019-185C-4D0D-8908-0E19478F2510}" srcOrd="0" destOrd="0" presId="urn:microsoft.com/office/officeart/2005/8/layout/bProcess2"/>
    <dgm:cxn modelId="{F9C927BC-EA08-4533-8126-6F98D158F452}" srcId="{2BCF97FD-9651-4B86-B421-0FD1BB63A769}" destId="{643B128D-F116-4D48-B590-C4E8FB5C3787}" srcOrd="10" destOrd="0" parTransId="{0B31C704-99A0-43E5-9D6C-C607F0FD5353}" sibTransId="{97FB1EA8-5D2B-4AB2-95EA-0B0BDAA7712A}"/>
    <dgm:cxn modelId="{925AFFC1-3DDB-4E4E-90FF-8DB9C1E08342}" type="presOf" srcId="{F3C52970-135F-4C7E-B8E4-9AE255E328F5}" destId="{84E0E538-D4E3-4490-9E0C-A2EBD10C3E3F}" srcOrd="0" destOrd="0" presId="urn:microsoft.com/office/officeart/2005/8/layout/bProcess2"/>
    <dgm:cxn modelId="{951730C4-EFE5-4DB5-BECC-F27AD69D31F0}" type="presOf" srcId="{47E6D8D8-758F-405E-950E-37C91E19E5D2}" destId="{17BCB274-1B18-41BA-9F92-FFF996CDB0A2}" srcOrd="0" destOrd="0" presId="urn:microsoft.com/office/officeart/2005/8/layout/bProcess2"/>
    <dgm:cxn modelId="{BC974BCA-C75D-4939-BFD6-7B7B831DB007}" type="presOf" srcId="{674895A2-9D03-4FB0-A579-2B02F505C7CC}" destId="{8E3B768E-761C-4B7E-9BA8-FDD60E5632D5}" srcOrd="0" destOrd="0" presId="urn:microsoft.com/office/officeart/2005/8/layout/bProcess2"/>
    <dgm:cxn modelId="{4DB8F2D1-0CF8-4CF3-8AB0-591F75D791C8}" type="presOf" srcId="{58E7A0AB-D890-48AD-95C7-C19EA0E68F63}" destId="{21FFFC3B-3358-45F7-A557-959AAC323497}" srcOrd="0" destOrd="0" presId="urn:microsoft.com/office/officeart/2005/8/layout/bProcess2"/>
    <dgm:cxn modelId="{FFE613D3-B64F-4C3E-BA68-5B8DCA181B4A}" srcId="{2BCF97FD-9651-4B86-B421-0FD1BB63A769}" destId="{A4851EFA-F457-43B9-8F57-2D7276477C7D}" srcOrd="1" destOrd="0" parTransId="{0391812B-AB99-4069-A91E-90DA63FE89B4}" sibTransId="{06D2A5BE-0ECD-4DD7-A95C-ED6831938868}"/>
    <dgm:cxn modelId="{22D381E0-153E-4ABE-9D72-F4751505A0DF}" type="presOf" srcId="{3EE5EF8E-F317-400A-935E-C03436D3F95F}" destId="{5B94EE16-B4AC-4396-AC65-A215B7EC5839}" srcOrd="0" destOrd="0" presId="urn:microsoft.com/office/officeart/2005/8/layout/bProcess2"/>
    <dgm:cxn modelId="{5CF640E9-231B-485A-80B3-0F79FB01D4F7}" type="presOf" srcId="{177CAA58-B1BD-4D9B-9BA6-78F4624E504A}" destId="{E5C8AE20-EF71-49A7-AF39-BF4978A2C17D}" srcOrd="0" destOrd="0" presId="urn:microsoft.com/office/officeart/2005/8/layout/bProcess2"/>
    <dgm:cxn modelId="{96FCC8F2-CC35-48C3-A0A8-800E5C19E80E}" type="presOf" srcId="{CE5D6142-ACB8-4E97-A331-31F97464316C}" destId="{CC9856B2-361C-40B4-8BBC-123D28C05B2B}" srcOrd="0" destOrd="0" presId="urn:microsoft.com/office/officeart/2005/8/layout/bProcess2"/>
    <dgm:cxn modelId="{606E08F5-B3E3-4F0A-B736-7871456C7A2D}" type="presOf" srcId="{F89D075F-A52D-448F-9F9E-95DE2803792E}" destId="{11A5B750-F80D-42E6-83C7-531968EBA625}" srcOrd="0" destOrd="0" presId="urn:microsoft.com/office/officeart/2005/8/layout/bProcess2"/>
    <dgm:cxn modelId="{90C205F7-A56D-416B-B4A2-BD8B1D8E68E1}" srcId="{2BCF97FD-9651-4B86-B421-0FD1BB63A769}" destId="{FFF94AD3-1AC9-4982-9E38-C52935EEAB36}" srcOrd="4" destOrd="0" parTransId="{563B22EF-E100-4EDF-8DA8-E0DF44DA1E9F}" sibTransId="{D8B4A277-AD01-47BC-84E0-E954C6301AB1}"/>
    <dgm:cxn modelId="{A434D0FD-4B90-4D7D-846D-120D37208FDA}" srcId="{2BCF97FD-9651-4B86-B421-0FD1BB63A769}" destId="{58E7A0AB-D890-48AD-95C7-C19EA0E68F63}" srcOrd="2" destOrd="0" parTransId="{377BBDE9-7DC0-4308-A5D1-CB8EBA21BBCC}" sibTransId="{674895A2-9D03-4FB0-A579-2B02F505C7CC}"/>
    <dgm:cxn modelId="{D8A0FD0E-6347-4540-BEED-9AB13E0D4942}" type="presParOf" srcId="{327D80A6-677A-4586-B672-D1D0F7712478}" destId="{EB24C8C8-4093-414F-A5B3-68F6FD78ACCA}" srcOrd="0" destOrd="0" presId="urn:microsoft.com/office/officeart/2005/8/layout/bProcess2"/>
    <dgm:cxn modelId="{F3524ADC-EB55-4A3E-BF57-FF9ADA01E920}" type="presParOf" srcId="{327D80A6-677A-4586-B672-D1D0F7712478}" destId="{11A5B750-F80D-42E6-83C7-531968EBA625}" srcOrd="1" destOrd="0" presId="urn:microsoft.com/office/officeart/2005/8/layout/bProcess2"/>
    <dgm:cxn modelId="{971F420B-1448-4F58-8F77-686C8781B3E8}" type="presParOf" srcId="{327D80A6-677A-4586-B672-D1D0F7712478}" destId="{49561CBE-28BE-4C00-9733-9F943679E74A}" srcOrd="2" destOrd="0" presId="urn:microsoft.com/office/officeart/2005/8/layout/bProcess2"/>
    <dgm:cxn modelId="{C19113CE-0815-4143-8DEA-35F4A98E8919}" type="presParOf" srcId="{49561CBE-28BE-4C00-9733-9F943679E74A}" destId="{C916A8B5-7787-4D25-9759-38E9BE7404B1}" srcOrd="0" destOrd="0" presId="urn:microsoft.com/office/officeart/2005/8/layout/bProcess2"/>
    <dgm:cxn modelId="{9A7E3FEC-4617-4504-AE99-8EA13A141C5E}" type="presParOf" srcId="{49561CBE-28BE-4C00-9733-9F943679E74A}" destId="{8B203DA3-8CC1-4ADB-9FDE-DD531E21BBC9}" srcOrd="1" destOrd="0" presId="urn:microsoft.com/office/officeart/2005/8/layout/bProcess2"/>
    <dgm:cxn modelId="{D5E947A8-B0BF-46FB-9259-D53551CB1A47}" type="presParOf" srcId="{327D80A6-677A-4586-B672-D1D0F7712478}" destId="{6552EC03-78E8-4A05-BA54-16066F5EADED}" srcOrd="3" destOrd="0" presId="urn:microsoft.com/office/officeart/2005/8/layout/bProcess2"/>
    <dgm:cxn modelId="{7E03AB6D-EFD4-4044-AF92-9218E69EED3C}" type="presParOf" srcId="{327D80A6-677A-4586-B672-D1D0F7712478}" destId="{362D991D-F64B-47D2-9FD0-CB3664A68CF4}" srcOrd="4" destOrd="0" presId="urn:microsoft.com/office/officeart/2005/8/layout/bProcess2"/>
    <dgm:cxn modelId="{5A186928-72EE-4918-92F5-5814033FF697}" type="presParOf" srcId="{362D991D-F64B-47D2-9FD0-CB3664A68CF4}" destId="{4C4CCB05-1419-42C6-A93F-8AA8F1F9C3C8}" srcOrd="0" destOrd="0" presId="urn:microsoft.com/office/officeart/2005/8/layout/bProcess2"/>
    <dgm:cxn modelId="{952F745D-FA23-4002-9277-09D45B3DE27E}" type="presParOf" srcId="{362D991D-F64B-47D2-9FD0-CB3664A68CF4}" destId="{21FFFC3B-3358-45F7-A557-959AAC323497}" srcOrd="1" destOrd="0" presId="urn:microsoft.com/office/officeart/2005/8/layout/bProcess2"/>
    <dgm:cxn modelId="{B7ABE2E2-0E85-4247-ABF9-CBF8DAC193E6}" type="presParOf" srcId="{327D80A6-677A-4586-B672-D1D0F7712478}" destId="{8E3B768E-761C-4B7E-9BA8-FDD60E5632D5}" srcOrd="5" destOrd="0" presId="urn:microsoft.com/office/officeart/2005/8/layout/bProcess2"/>
    <dgm:cxn modelId="{1E75E8C1-BB1C-45B4-89C1-A52CA716115C}" type="presParOf" srcId="{327D80A6-677A-4586-B672-D1D0F7712478}" destId="{80B78A82-B007-4F27-B269-90037672A1CE}" srcOrd="6" destOrd="0" presId="urn:microsoft.com/office/officeart/2005/8/layout/bProcess2"/>
    <dgm:cxn modelId="{28E5D2CC-D603-4D30-95B7-1C4B702D6304}" type="presParOf" srcId="{80B78A82-B007-4F27-B269-90037672A1CE}" destId="{AF5A501C-9335-47BB-9BD3-760B0529825B}" srcOrd="0" destOrd="0" presId="urn:microsoft.com/office/officeart/2005/8/layout/bProcess2"/>
    <dgm:cxn modelId="{E7F658DA-CD62-48F3-9945-D112DAE2A4F6}" type="presParOf" srcId="{80B78A82-B007-4F27-B269-90037672A1CE}" destId="{5B94EE16-B4AC-4396-AC65-A215B7EC5839}" srcOrd="1" destOrd="0" presId="urn:microsoft.com/office/officeart/2005/8/layout/bProcess2"/>
    <dgm:cxn modelId="{A4A4A687-F557-4B91-A8D8-2919F9824A44}" type="presParOf" srcId="{327D80A6-677A-4586-B672-D1D0F7712478}" destId="{84E0E538-D4E3-4490-9E0C-A2EBD10C3E3F}" srcOrd="7" destOrd="0" presId="urn:microsoft.com/office/officeart/2005/8/layout/bProcess2"/>
    <dgm:cxn modelId="{3FD0792D-2F89-4F3E-88DC-582FF113A7FC}" type="presParOf" srcId="{327D80A6-677A-4586-B672-D1D0F7712478}" destId="{93639CF4-5AB8-48A1-9767-1BCF810D5F07}" srcOrd="8" destOrd="0" presId="urn:microsoft.com/office/officeart/2005/8/layout/bProcess2"/>
    <dgm:cxn modelId="{285378A1-7728-42A0-9376-3ED0C3C79793}" type="presParOf" srcId="{93639CF4-5AB8-48A1-9767-1BCF810D5F07}" destId="{A2FFEC6B-8A8F-40E0-A1E9-320110163210}" srcOrd="0" destOrd="0" presId="urn:microsoft.com/office/officeart/2005/8/layout/bProcess2"/>
    <dgm:cxn modelId="{3E47985A-CF53-46C2-A04A-93767EBCF98B}" type="presParOf" srcId="{93639CF4-5AB8-48A1-9767-1BCF810D5F07}" destId="{D680FC64-1AE7-4CAA-83D0-C8F4871B42BE}" srcOrd="1" destOrd="0" presId="urn:microsoft.com/office/officeart/2005/8/layout/bProcess2"/>
    <dgm:cxn modelId="{D183140C-A2A5-4013-9CB1-97DBF42F7AC7}" type="presParOf" srcId="{327D80A6-677A-4586-B672-D1D0F7712478}" destId="{A1934466-426B-47BB-BF23-B23EC8406A11}" srcOrd="9" destOrd="0" presId="urn:microsoft.com/office/officeart/2005/8/layout/bProcess2"/>
    <dgm:cxn modelId="{8C5154CC-2602-4A1C-B479-D835F8A2C6C9}" type="presParOf" srcId="{327D80A6-677A-4586-B672-D1D0F7712478}" destId="{AFBAAC98-F22F-45B3-98CC-97A0B89FBB81}" srcOrd="10" destOrd="0" presId="urn:microsoft.com/office/officeart/2005/8/layout/bProcess2"/>
    <dgm:cxn modelId="{4E5C2977-64EB-4C3C-A77F-CA748DE74F3E}" type="presParOf" srcId="{AFBAAC98-F22F-45B3-98CC-97A0B89FBB81}" destId="{A0CA9188-B335-4A4A-A5AE-D10ABDF6C2FB}" srcOrd="0" destOrd="0" presId="urn:microsoft.com/office/officeart/2005/8/layout/bProcess2"/>
    <dgm:cxn modelId="{74E6336E-9AEA-4FB7-9799-D8CC322CBE4D}" type="presParOf" srcId="{AFBAAC98-F22F-45B3-98CC-97A0B89FBB81}" destId="{9313386E-589E-4067-931C-48B6A7E4FE9A}" srcOrd="1" destOrd="0" presId="urn:microsoft.com/office/officeart/2005/8/layout/bProcess2"/>
    <dgm:cxn modelId="{CB033A73-FCEC-4288-B48B-E569B187377E}" type="presParOf" srcId="{327D80A6-677A-4586-B672-D1D0F7712478}" destId="{8F0DE00E-FD1A-4CFB-8CD9-BA77F567D5F1}" srcOrd="11" destOrd="0" presId="urn:microsoft.com/office/officeart/2005/8/layout/bProcess2"/>
    <dgm:cxn modelId="{22B35F2A-8A85-41D8-9DAD-761F44EB068B}" type="presParOf" srcId="{327D80A6-677A-4586-B672-D1D0F7712478}" destId="{4A46B1C3-C603-4165-A80D-0AD962F37956}" srcOrd="12" destOrd="0" presId="urn:microsoft.com/office/officeart/2005/8/layout/bProcess2"/>
    <dgm:cxn modelId="{15F52440-ACA7-4500-A21B-456A92803563}" type="presParOf" srcId="{4A46B1C3-C603-4165-A80D-0AD962F37956}" destId="{254B4552-9C18-4F99-8841-111BABBF0F11}" srcOrd="0" destOrd="0" presId="urn:microsoft.com/office/officeart/2005/8/layout/bProcess2"/>
    <dgm:cxn modelId="{9473E954-72E3-4DAF-84D2-C536CEDE83E9}" type="presParOf" srcId="{4A46B1C3-C603-4165-A80D-0AD962F37956}" destId="{BB38292E-1403-4EFE-89B9-75C5669B3534}" srcOrd="1" destOrd="0" presId="urn:microsoft.com/office/officeart/2005/8/layout/bProcess2"/>
    <dgm:cxn modelId="{0998BE19-B670-498C-B9FC-A7236FEADE38}" type="presParOf" srcId="{327D80A6-677A-4586-B672-D1D0F7712478}" destId="{1E31B92D-A545-45D6-BA56-7EE395151333}" srcOrd="13" destOrd="0" presId="urn:microsoft.com/office/officeart/2005/8/layout/bProcess2"/>
    <dgm:cxn modelId="{13EEC9FE-9D3D-4761-AE74-3FF0635AF702}" type="presParOf" srcId="{327D80A6-677A-4586-B672-D1D0F7712478}" destId="{705B161B-365A-4899-B31B-1C0BD1EDD825}" srcOrd="14" destOrd="0" presId="urn:microsoft.com/office/officeart/2005/8/layout/bProcess2"/>
    <dgm:cxn modelId="{060B1088-5C83-4C95-8B3B-44CCBC4C7F72}" type="presParOf" srcId="{705B161B-365A-4899-B31B-1C0BD1EDD825}" destId="{165EE672-C4C4-44A3-99B0-55E2C9269BCF}" srcOrd="0" destOrd="0" presId="urn:microsoft.com/office/officeart/2005/8/layout/bProcess2"/>
    <dgm:cxn modelId="{800A2F19-CE82-486D-8340-60062C66F48B}" type="presParOf" srcId="{705B161B-365A-4899-B31B-1C0BD1EDD825}" destId="{E9A842E8-2107-433A-97C9-734D22EB7336}" srcOrd="1" destOrd="0" presId="urn:microsoft.com/office/officeart/2005/8/layout/bProcess2"/>
    <dgm:cxn modelId="{959AD4E7-8AAD-4490-B6B2-97218194DFE8}" type="presParOf" srcId="{327D80A6-677A-4586-B672-D1D0F7712478}" destId="{17BCB274-1B18-41BA-9F92-FFF996CDB0A2}" srcOrd="15" destOrd="0" presId="urn:microsoft.com/office/officeart/2005/8/layout/bProcess2"/>
    <dgm:cxn modelId="{475D5152-48DB-4E4A-8558-A9E99A167325}" type="presParOf" srcId="{327D80A6-677A-4586-B672-D1D0F7712478}" destId="{60EEF046-E22D-4122-99EC-B306E9110153}" srcOrd="16" destOrd="0" presId="urn:microsoft.com/office/officeart/2005/8/layout/bProcess2"/>
    <dgm:cxn modelId="{C05B5B7E-DFCF-484E-953E-8C700597B020}" type="presParOf" srcId="{60EEF046-E22D-4122-99EC-B306E9110153}" destId="{C2189951-4479-48CE-9290-AEF68DF18EBB}" srcOrd="0" destOrd="0" presId="urn:microsoft.com/office/officeart/2005/8/layout/bProcess2"/>
    <dgm:cxn modelId="{D62F69BC-E2E5-4F41-A534-5F7098BE69BF}" type="presParOf" srcId="{60EEF046-E22D-4122-99EC-B306E9110153}" destId="{CC9856B2-361C-40B4-8BBC-123D28C05B2B}" srcOrd="1" destOrd="0" presId="urn:microsoft.com/office/officeart/2005/8/layout/bProcess2"/>
    <dgm:cxn modelId="{B4F9F55A-A1AC-4AAB-9F68-98DBE4ACAC4A}" type="presParOf" srcId="{327D80A6-677A-4586-B672-D1D0F7712478}" destId="{27E0F054-8400-4BE1-9F59-517C5235A84F}" srcOrd="17" destOrd="0" presId="urn:microsoft.com/office/officeart/2005/8/layout/bProcess2"/>
    <dgm:cxn modelId="{03021D32-03CF-4BD6-92F2-F63ACB584951}" type="presParOf" srcId="{327D80A6-677A-4586-B672-D1D0F7712478}" destId="{DD416B36-4D98-4327-9739-8DF3CF706A5C}" srcOrd="18" destOrd="0" presId="urn:microsoft.com/office/officeart/2005/8/layout/bProcess2"/>
    <dgm:cxn modelId="{B1D430FD-8251-41D4-9FD2-72B795491B71}" type="presParOf" srcId="{DD416B36-4D98-4327-9739-8DF3CF706A5C}" destId="{FCABF418-8DED-4A9E-98A5-F870535AC128}" srcOrd="0" destOrd="0" presId="urn:microsoft.com/office/officeart/2005/8/layout/bProcess2"/>
    <dgm:cxn modelId="{9CC48F06-4956-41BC-9E5B-E5049475270F}" type="presParOf" srcId="{DD416B36-4D98-4327-9739-8DF3CF706A5C}" destId="{7B2D35C2-9DD3-4DE3-8773-377B20C07A34}" srcOrd="1" destOrd="0" presId="urn:microsoft.com/office/officeart/2005/8/layout/bProcess2"/>
    <dgm:cxn modelId="{F58A3938-9E31-41F4-9754-0EA6B039523C}" type="presParOf" srcId="{327D80A6-677A-4586-B672-D1D0F7712478}" destId="{2B6086B4-6684-46E7-B04F-B08BA1C5B6EA}" srcOrd="19" destOrd="0" presId="urn:microsoft.com/office/officeart/2005/8/layout/bProcess2"/>
    <dgm:cxn modelId="{F5BC2A06-ED4B-4628-BD02-4711B3EA0DF0}" type="presParOf" srcId="{327D80A6-677A-4586-B672-D1D0F7712478}" destId="{8ECC8858-E091-44BB-ACE1-6B10C57AC160}" srcOrd="20" destOrd="0" presId="urn:microsoft.com/office/officeart/2005/8/layout/bProcess2"/>
    <dgm:cxn modelId="{AED5EF9F-3800-4E49-B5B3-D72CD91ECEA8}" type="presParOf" srcId="{8ECC8858-E091-44BB-ACE1-6B10C57AC160}" destId="{93B7987D-8CCF-423C-8FDD-8FE5D6484743}" srcOrd="0" destOrd="0" presId="urn:microsoft.com/office/officeart/2005/8/layout/bProcess2"/>
    <dgm:cxn modelId="{23224ED5-BE1A-419B-9142-90C4B319D54F}" type="presParOf" srcId="{8ECC8858-E091-44BB-ACE1-6B10C57AC160}" destId="{2E4FD7EE-3245-4A5D-AE04-E44223DFFAB4}" srcOrd="1" destOrd="0" presId="urn:microsoft.com/office/officeart/2005/8/layout/bProcess2"/>
    <dgm:cxn modelId="{6F807F93-DDA0-4469-8831-83BEEAFEECC1}" type="presParOf" srcId="{327D80A6-677A-4586-B672-D1D0F7712478}" destId="{AFF45019-185C-4D0D-8908-0E19478F2510}" srcOrd="21" destOrd="0" presId="urn:microsoft.com/office/officeart/2005/8/layout/bProcess2"/>
    <dgm:cxn modelId="{0BC1F6EC-80DB-4E2C-9FB2-D235D02D70DC}" type="presParOf" srcId="{327D80A6-677A-4586-B672-D1D0F7712478}" destId="{E5C8AE20-EF71-49A7-AF39-BF4978A2C17D}" srcOrd="22" destOrd="0" presId="urn:microsoft.com/office/officeart/2005/8/layout/b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1A9770-9045-4803-B434-5F4271A9A0E8}">
      <dsp:nvSpPr>
        <dsp:cNvPr id="0" name=""/>
        <dsp:cNvSpPr/>
      </dsp:nvSpPr>
      <dsp:spPr>
        <a:xfrm>
          <a:off x="6884461" y="3026701"/>
          <a:ext cx="701092" cy="3336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7376"/>
              </a:lnTo>
              <a:lnTo>
                <a:pt x="701092" y="227376"/>
              </a:lnTo>
              <a:lnTo>
                <a:pt x="701092" y="333656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571055-D988-48C2-AA54-F4C179FE8766}">
      <dsp:nvSpPr>
        <dsp:cNvPr id="0" name=""/>
        <dsp:cNvSpPr/>
      </dsp:nvSpPr>
      <dsp:spPr>
        <a:xfrm>
          <a:off x="6183369" y="3026701"/>
          <a:ext cx="701092" cy="333656"/>
        </a:xfrm>
        <a:custGeom>
          <a:avLst/>
          <a:gdLst/>
          <a:ahLst/>
          <a:cxnLst/>
          <a:rect l="0" t="0" r="0" b="0"/>
          <a:pathLst>
            <a:path>
              <a:moveTo>
                <a:pt x="701092" y="0"/>
              </a:moveTo>
              <a:lnTo>
                <a:pt x="701092" y="227376"/>
              </a:lnTo>
              <a:lnTo>
                <a:pt x="0" y="227376"/>
              </a:lnTo>
              <a:lnTo>
                <a:pt x="0" y="333656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83172C-53D0-48A0-B6DF-FCAF8F04BDCA}">
      <dsp:nvSpPr>
        <dsp:cNvPr id="0" name=""/>
        <dsp:cNvSpPr/>
      </dsp:nvSpPr>
      <dsp:spPr>
        <a:xfrm>
          <a:off x="4080093" y="1964547"/>
          <a:ext cx="2804368" cy="3336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7376"/>
              </a:lnTo>
              <a:lnTo>
                <a:pt x="2804368" y="227376"/>
              </a:lnTo>
              <a:lnTo>
                <a:pt x="2804368" y="333656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D08995-3BFC-4189-96E3-64D6C8728A9A}">
      <dsp:nvSpPr>
        <dsp:cNvPr id="0" name=""/>
        <dsp:cNvSpPr/>
      </dsp:nvSpPr>
      <dsp:spPr>
        <a:xfrm>
          <a:off x="4080093" y="3026701"/>
          <a:ext cx="701092" cy="3336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7376"/>
              </a:lnTo>
              <a:lnTo>
                <a:pt x="701092" y="227376"/>
              </a:lnTo>
              <a:lnTo>
                <a:pt x="701092" y="333656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59E432-AFD1-43F9-BDB7-BBE90DAA9B6A}">
      <dsp:nvSpPr>
        <dsp:cNvPr id="0" name=""/>
        <dsp:cNvSpPr/>
      </dsp:nvSpPr>
      <dsp:spPr>
        <a:xfrm>
          <a:off x="3379001" y="3026701"/>
          <a:ext cx="701092" cy="333656"/>
        </a:xfrm>
        <a:custGeom>
          <a:avLst/>
          <a:gdLst/>
          <a:ahLst/>
          <a:cxnLst/>
          <a:rect l="0" t="0" r="0" b="0"/>
          <a:pathLst>
            <a:path>
              <a:moveTo>
                <a:pt x="701092" y="0"/>
              </a:moveTo>
              <a:lnTo>
                <a:pt x="701092" y="227376"/>
              </a:lnTo>
              <a:lnTo>
                <a:pt x="0" y="227376"/>
              </a:lnTo>
              <a:lnTo>
                <a:pt x="0" y="333656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8F71B8-D69F-4CC0-9045-06B3BBDDF63C}">
      <dsp:nvSpPr>
        <dsp:cNvPr id="0" name=""/>
        <dsp:cNvSpPr/>
      </dsp:nvSpPr>
      <dsp:spPr>
        <a:xfrm>
          <a:off x="4034373" y="1964547"/>
          <a:ext cx="91440" cy="33365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33656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C689BD-005C-4D77-822F-039456381384}">
      <dsp:nvSpPr>
        <dsp:cNvPr id="0" name=""/>
        <dsp:cNvSpPr/>
      </dsp:nvSpPr>
      <dsp:spPr>
        <a:xfrm>
          <a:off x="1275724" y="3026701"/>
          <a:ext cx="701092" cy="3336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7376"/>
              </a:lnTo>
              <a:lnTo>
                <a:pt x="701092" y="227376"/>
              </a:lnTo>
              <a:lnTo>
                <a:pt x="701092" y="333656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46FEAB-61CB-43F1-9A09-DA7DE0AE38F5}">
      <dsp:nvSpPr>
        <dsp:cNvPr id="0" name=""/>
        <dsp:cNvSpPr/>
      </dsp:nvSpPr>
      <dsp:spPr>
        <a:xfrm>
          <a:off x="574632" y="3026701"/>
          <a:ext cx="701092" cy="333656"/>
        </a:xfrm>
        <a:custGeom>
          <a:avLst/>
          <a:gdLst/>
          <a:ahLst/>
          <a:cxnLst/>
          <a:rect l="0" t="0" r="0" b="0"/>
          <a:pathLst>
            <a:path>
              <a:moveTo>
                <a:pt x="701092" y="0"/>
              </a:moveTo>
              <a:lnTo>
                <a:pt x="701092" y="227376"/>
              </a:lnTo>
              <a:lnTo>
                <a:pt x="0" y="227376"/>
              </a:lnTo>
              <a:lnTo>
                <a:pt x="0" y="333656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5B8118-A5C1-4B6B-A96A-0976EAF54528}">
      <dsp:nvSpPr>
        <dsp:cNvPr id="0" name=""/>
        <dsp:cNvSpPr/>
      </dsp:nvSpPr>
      <dsp:spPr>
        <a:xfrm>
          <a:off x="1275724" y="1964547"/>
          <a:ext cx="2804368" cy="333656"/>
        </a:xfrm>
        <a:custGeom>
          <a:avLst/>
          <a:gdLst/>
          <a:ahLst/>
          <a:cxnLst/>
          <a:rect l="0" t="0" r="0" b="0"/>
          <a:pathLst>
            <a:path>
              <a:moveTo>
                <a:pt x="2804368" y="0"/>
              </a:moveTo>
              <a:lnTo>
                <a:pt x="2804368" y="227376"/>
              </a:lnTo>
              <a:lnTo>
                <a:pt x="0" y="227376"/>
              </a:lnTo>
              <a:lnTo>
                <a:pt x="0" y="333656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E181B0-A224-4305-B841-8FC2AE697EF0}">
      <dsp:nvSpPr>
        <dsp:cNvPr id="0" name=""/>
        <dsp:cNvSpPr/>
      </dsp:nvSpPr>
      <dsp:spPr>
        <a:xfrm>
          <a:off x="3506472" y="1236048"/>
          <a:ext cx="1147241" cy="72849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E9EB6F-5D21-4CC7-B2AC-4C44DD36BB18}">
      <dsp:nvSpPr>
        <dsp:cNvPr id="0" name=""/>
        <dsp:cNvSpPr/>
      </dsp:nvSpPr>
      <dsp:spPr>
        <a:xfrm>
          <a:off x="3633943" y="1357146"/>
          <a:ext cx="1147241" cy="7284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0" kern="1200" cap="none" spc="0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Presidente</a:t>
          </a:r>
        </a:p>
      </dsp:txBody>
      <dsp:txXfrm>
        <a:off x="3655280" y="1378483"/>
        <a:ext cx="1104567" cy="685824"/>
      </dsp:txXfrm>
    </dsp:sp>
    <dsp:sp modelId="{41C2BB41-A43C-49FA-86F2-0B16B85BCEEF}">
      <dsp:nvSpPr>
        <dsp:cNvPr id="0" name=""/>
        <dsp:cNvSpPr/>
      </dsp:nvSpPr>
      <dsp:spPr>
        <a:xfrm>
          <a:off x="702103" y="2298203"/>
          <a:ext cx="1147241" cy="72849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23F945-23B3-42BC-AB94-35F73F6A8E79}">
      <dsp:nvSpPr>
        <dsp:cNvPr id="0" name=""/>
        <dsp:cNvSpPr/>
      </dsp:nvSpPr>
      <dsp:spPr>
        <a:xfrm>
          <a:off x="829575" y="2419301"/>
          <a:ext cx="1147241" cy="7284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0" kern="1200" cap="none" spc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Diretor A</a:t>
          </a:r>
          <a:endParaRPr lang="pt-BR" sz="1500" b="0" kern="1200" cap="none" spc="0" dirty="0">
            <a:ln w="0"/>
            <a:effectLst>
              <a:outerShdw blurRad="38100" dist="25400" dir="5400000" algn="ctr" rotWithShape="0">
                <a:srgbClr val="6E747A">
                  <a:alpha val="43000"/>
                </a:srgbClr>
              </a:outerShdw>
            </a:effectLst>
          </a:endParaRPr>
        </a:p>
      </dsp:txBody>
      <dsp:txXfrm>
        <a:off x="850912" y="2440638"/>
        <a:ext cx="1104567" cy="685824"/>
      </dsp:txXfrm>
    </dsp:sp>
    <dsp:sp modelId="{0D8D8256-1E62-4DC6-8821-F48507CA30C2}">
      <dsp:nvSpPr>
        <dsp:cNvPr id="0" name=""/>
        <dsp:cNvSpPr/>
      </dsp:nvSpPr>
      <dsp:spPr>
        <a:xfrm>
          <a:off x="1011" y="3360358"/>
          <a:ext cx="1147241" cy="728498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5DA884-F49F-4D67-B875-16C6DE153318}">
      <dsp:nvSpPr>
        <dsp:cNvPr id="0" name=""/>
        <dsp:cNvSpPr/>
      </dsp:nvSpPr>
      <dsp:spPr>
        <a:xfrm>
          <a:off x="128482" y="3481455"/>
          <a:ext cx="1147241" cy="7284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0" kern="1200" cap="none" spc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Empregado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0" kern="1200" cap="none" spc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A</a:t>
          </a:r>
          <a:endParaRPr lang="pt-BR" sz="1500" b="0" kern="1200" cap="none" spc="0" dirty="0">
            <a:ln w="0"/>
            <a:effectLst>
              <a:outerShdw blurRad="38100" dist="25400" dir="5400000" algn="ctr" rotWithShape="0">
                <a:srgbClr val="6E747A">
                  <a:alpha val="43000"/>
                </a:srgbClr>
              </a:outerShdw>
            </a:effectLst>
          </a:endParaRPr>
        </a:p>
      </dsp:txBody>
      <dsp:txXfrm>
        <a:off x="149819" y="3502792"/>
        <a:ext cx="1104567" cy="685824"/>
      </dsp:txXfrm>
    </dsp:sp>
    <dsp:sp modelId="{CA5497F2-B002-4113-A2ED-797836191282}">
      <dsp:nvSpPr>
        <dsp:cNvPr id="0" name=""/>
        <dsp:cNvSpPr/>
      </dsp:nvSpPr>
      <dsp:spPr>
        <a:xfrm>
          <a:off x="1403196" y="3360358"/>
          <a:ext cx="1147241" cy="728498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B92B99-E48F-41A0-8C1D-0F71AA082CDD}">
      <dsp:nvSpPr>
        <dsp:cNvPr id="0" name=""/>
        <dsp:cNvSpPr/>
      </dsp:nvSpPr>
      <dsp:spPr>
        <a:xfrm>
          <a:off x="1530667" y="3481455"/>
          <a:ext cx="1147241" cy="7284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0" kern="1200" cap="none" spc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Empregado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0" kern="1200" cap="none" spc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D</a:t>
          </a:r>
          <a:endParaRPr lang="pt-BR" sz="1500" b="0" kern="1200" cap="none" spc="0" dirty="0">
            <a:ln w="0"/>
            <a:effectLst>
              <a:outerShdw blurRad="38100" dist="25400" dir="5400000" algn="ctr" rotWithShape="0">
                <a:srgbClr val="6E747A">
                  <a:alpha val="43000"/>
                </a:srgbClr>
              </a:outerShdw>
            </a:effectLst>
          </a:endParaRPr>
        </a:p>
      </dsp:txBody>
      <dsp:txXfrm>
        <a:off x="1552004" y="3502792"/>
        <a:ext cx="1104567" cy="685824"/>
      </dsp:txXfrm>
    </dsp:sp>
    <dsp:sp modelId="{EF7DC77B-4489-49A6-B012-95B4073592F4}">
      <dsp:nvSpPr>
        <dsp:cNvPr id="0" name=""/>
        <dsp:cNvSpPr/>
      </dsp:nvSpPr>
      <dsp:spPr>
        <a:xfrm>
          <a:off x="3506472" y="2298203"/>
          <a:ext cx="1147241" cy="72849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D8E298-7DC5-43CC-A373-0F6C2C39EE5D}">
      <dsp:nvSpPr>
        <dsp:cNvPr id="0" name=""/>
        <dsp:cNvSpPr/>
      </dsp:nvSpPr>
      <dsp:spPr>
        <a:xfrm>
          <a:off x="3633943" y="2419301"/>
          <a:ext cx="1147241" cy="7284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0" kern="1200" cap="none" spc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Diretor B</a:t>
          </a:r>
          <a:endParaRPr lang="pt-BR" sz="1500" b="0" kern="1200" cap="none" spc="0" dirty="0">
            <a:ln w="0"/>
            <a:effectLst>
              <a:outerShdw blurRad="38100" dist="25400" dir="5400000" algn="ctr" rotWithShape="0">
                <a:srgbClr val="6E747A">
                  <a:alpha val="43000"/>
                </a:srgbClr>
              </a:outerShdw>
            </a:effectLst>
          </a:endParaRPr>
        </a:p>
      </dsp:txBody>
      <dsp:txXfrm>
        <a:off x="3655280" y="2440638"/>
        <a:ext cx="1104567" cy="685824"/>
      </dsp:txXfrm>
    </dsp:sp>
    <dsp:sp modelId="{890BFD09-0830-41AD-AF69-E5AEB59E43CE}">
      <dsp:nvSpPr>
        <dsp:cNvPr id="0" name=""/>
        <dsp:cNvSpPr/>
      </dsp:nvSpPr>
      <dsp:spPr>
        <a:xfrm>
          <a:off x="2805380" y="3360358"/>
          <a:ext cx="1147241" cy="728498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6B1766-6219-4B96-81F5-0342B01962CB}">
      <dsp:nvSpPr>
        <dsp:cNvPr id="0" name=""/>
        <dsp:cNvSpPr/>
      </dsp:nvSpPr>
      <dsp:spPr>
        <a:xfrm>
          <a:off x="2932851" y="3481455"/>
          <a:ext cx="1147241" cy="7284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0" kern="1200" cap="none" spc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Empregado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0" kern="1200" cap="none" spc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B</a:t>
          </a:r>
          <a:endParaRPr lang="pt-BR" sz="1500" b="0" kern="1200" cap="none" spc="0" dirty="0">
            <a:ln w="0"/>
            <a:effectLst>
              <a:outerShdw blurRad="38100" dist="25400" dir="5400000" algn="ctr" rotWithShape="0">
                <a:srgbClr val="6E747A">
                  <a:alpha val="43000"/>
                </a:srgbClr>
              </a:outerShdw>
            </a:effectLst>
          </a:endParaRPr>
        </a:p>
      </dsp:txBody>
      <dsp:txXfrm>
        <a:off x="2954188" y="3502792"/>
        <a:ext cx="1104567" cy="685824"/>
      </dsp:txXfrm>
    </dsp:sp>
    <dsp:sp modelId="{D329FA8A-55C0-4A54-86E7-FD7BB81502C7}">
      <dsp:nvSpPr>
        <dsp:cNvPr id="0" name=""/>
        <dsp:cNvSpPr/>
      </dsp:nvSpPr>
      <dsp:spPr>
        <a:xfrm>
          <a:off x="4207564" y="3360358"/>
          <a:ext cx="1147241" cy="728498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ACD1D5-8082-45A0-B9B6-8222D2777405}">
      <dsp:nvSpPr>
        <dsp:cNvPr id="0" name=""/>
        <dsp:cNvSpPr/>
      </dsp:nvSpPr>
      <dsp:spPr>
        <a:xfrm>
          <a:off x="4335035" y="3481455"/>
          <a:ext cx="1147241" cy="7284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0" kern="1200" cap="none" spc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Empregado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0" kern="1200" cap="none" spc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E</a:t>
          </a:r>
          <a:endParaRPr lang="pt-BR" sz="1500" b="0" kern="1200" cap="none" spc="0" dirty="0">
            <a:ln w="0"/>
            <a:effectLst>
              <a:outerShdw blurRad="38100" dist="25400" dir="5400000" algn="ctr" rotWithShape="0">
                <a:srgbClr val="6E747A">
                  <a:alpha val="43000"/>
                </a:srgbClr>
              </a:outerShdw>
            </a:effectLst>
          </a:endParaRPr>
        </a:p>
      </dsp:txBody>
      <dsp:txXfrm>
        <a:off x="4356372" y="3502792"/>
        <a:ext cx="1104567" cy="685824"/>
      </dsp:txXfrm>
    </dsp:sp>
    <dsp:sp modelId="{3B350394-CE4D-4989-9523-6CA23CED5FB5}">
      <dsp:nvSpPr>
        <dsp:cNvPr id="0" name=""/>
        <dsp:cNvSpPr/>
      </dsp:nvSpPr>
      <dsp:spPr>
        <a:xfrm>
          <a:off x="6310841" y="2298203"/>
          <a:ext cx="1147241" cy="72849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B4A8AD-1870-4153-A7CD-FB44044B4944}">
      <dsp:nvSpPr>
        <dsp:cNvPr id="0" name=""/>
        <dsp:cNvSpPr/>
      </dsp:nvSpPr>
      <dsp:spPr>
        <a:xfrm>
          <a:off x="6438312" y="2419301"/>
          <a:ext cx="1147241" cy="7284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0" kern="1200" cap="none" spc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Diretor C</a:t>
          </a:r>
          <a:endParaRPr lang="pt-BR" sz="1500" b="0" kern="1200" cap="none" spc="0" dirty="0">
            <a:ln w="0"/>
            <a:effectLst>
              <a:outerShdw blurRad="38100" dist="25400" dir="5400000" algn="ctr" rotWithShape="0">
                <a:srgbClr val="6E747A">
                  <a:alpha val="43000"/>
                </a:srgbClr>
              </a:outerShdw>
            </a:effectLst>
          </a:endParaRPr>
        </a:p>
      </dsp:txBody>
      <dsp:txXfrm>
        <a:off x="6459649" y="2440638"/>
        <a:ext cx="1104567" cy="685824"/>
      </dsp:txXfrm>
    </dsp:sp>
    <dsp:sp modelId="{816A6BE5-F4F9-45F1-8C02-E0E5DFF39576}">
      <dsp:nvSpPr>
        <dsp:cNvPr id="0" name=""/>
        <dsp:cNvSpPr/>
      </dsp:nvSpPr>
      <dsp:spPr>
        <a:xfrm>
          <a:off x="5609748" y="3360358"/>
          <a:ext cx="1147241" cy="728498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B94356-BC0A-401D-9ACC-BD8994F0A6AF}">
      <dsp:nvSpPr>
        <dsp:cNvPr id="0" name=""/>
        <dsp:cNvSpPr/>
      </dsp:nvSpPr>
      <dsp:spPr>
        <a:xfrm>
          <a:off x="5737220" y="3481455"/>
          <a:ext cx="1147241" cy="7284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0" kern="1200" cap="none" spc="0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Empregado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0" kern="1200" cap="none" spc="0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C</a:t>
          </a:r>
        </a:p>
      </dsp:txBody>
      <dsp:txXfrm>
        <a:off x="5758557" y="3502792"/>
        <a:ext cx="1104567" cy="685824"/>
      </dsp:txXfrm>
    </dsp:sp>
    <dsp:sp modelId="{D3E80B23-89B2-4C4A-A20A-0F1B54F5C957}">
      <dsp:nvSpPr>
        <dsp:cNvPr id="0" name=""/>
        <dsp:cNvSpPr/>
      </dsp:nvSpPr>
      <dsp:spPr>
        <a:xfrm>
          <a:off x="7011933" y="3360358"/>
          <a:ext cx="1147241" cy="728498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C3D8E4-C928-400B-9124-3E5AE2B8854E}">
      <dsp:nvSpPr>
        <dsp:cNvPr id="0" name=""/>
        <dsp:cNvSpPr/>
      </dsp:nvSpPr>
      <dsp:spPr>
        <a:xfrm>
          <a:off x="7139404" y="3481455"/>
          <a:ext cx="1147241" cy="7284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0" kern="1200" cap="none" spc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Empregado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0" kern="1200" cap="none" spc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F</a:t>
          </a:r>
          <a:endParaRPr lang="pt-BR" sz="1500" b="0" kern="1200" cap="none" spc="0" dirty="0">
            <a:ln w="0"/>
            <a:effectLst>
              <a:outerShdw blurRad="38100" dist="25400" dir="5400000" algn="ctr" rotWithShape="0">
                <a:srgbClr val="6E747A">
                  <a:alpha val="43000"/>
                </a:srgbClr>
              </a:outerShdw>
            </a:effectLst>
          </a:endParaRPr>
        </a:p>
      </dsp:txBody>
      <dsp:txXfrm>
        <a:off x="7160741" y="3502792"/>
        <a:ext cx="1104567" cy="6858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D51EBE-77A9-411C-B084-AE9F5E3DB501}">
      <dsp:nvSpPr>
        <dsp:cNvPr id="0" name=""/>
        <dsp:cNvSpPr/>
      </dsp:nvSpPr>
      <dsp:spPr>
        <a:xfrm>
          <a:off x="3816637" y="1668"/>
          <a:ext cx="1090385" cy="751507"/>
        </a:xfrm>
        <a:prstGeom prst="trapezoid">
          <a:avLst>
            <a:gd name="adj" fmla="val 72547"/>
          </a:avLst>
        </a:prstGeom>
        <a:solidFill>
          <a:schemeClr val="accent1">
            <a:lumMod val="40000"/>
            <a:lumOff val="6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0,67% acima de 20 </a:t>
          </a:r>
        </a:p>
      </dsp:txBody>
      <dsp:txXfrm>
        <a:off x="3816637" y="1668"/>
        <a:ext cx="1090385" cy="751507"/>
      </dsp:txXfrm>
    </dsp:sp>
    <dsp:sp modelId="{6963F727-EF00-46D1-95B1-F93F6B0494E8}">
      <dsp:nvSpPr>
        <dsp:cNvPr id="0" name=""/>
        <dsp:cNvSpPr/>
      </dsp:nvSpPr>
      <dsp:spPr>
        <a:xfrm>
          <a:off x="3271157" y="753358"/>
          <a:ext cx="2180771" cy="751507"/>
        </a:xfrm>
        <a:prstGeom prst="trapezoid">
          <a:avLst>
            <a:gd name="adj" fmla="val 72547"/>
          </a:avLst>
        </a:prstGeom>
        <a:solidFill>
          <a:schemeClr val="accent1">
            <a:lumMod val="60000"/>
            <a:lumOff val="4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0,67% entre 15 e 20 SM</a:t>
          </a:r>
        </a:p>
      </dsp:txBody>
      <dsp:txXfrm>
        <a:off x="3652792" y="753358"/>
        <a:ext cx="1417501" cy="751507"/>
      </dsp:txXfrm>
    </dsp:sp>
    <dsp:sp modelId="{2C09BC1D-8572-4918-909A-6C7EC1CAA34D}">
      <dsp:nvSpPr>
        <dsp:cNvPr id="0" name=""/>
        <dsp:cNvSpPr/>
      </dsp:nvSpPr>
      <dsp:spPr>
        <a:xfrm>
          <a:off x="2725964" y="1503015"/>
          <a:ext cx="3271157" cy="751507"/>
        </a:xfrm>
        <a:prstGeom prst="trapezoid">
          <a:avLst>
            <a:gd name="adj" fmla="val 72547"/>
          </a:avLst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1,23% entre 10 e 15 SM</a:t>
          </a:r>
        </a:p>
      </dsp:txBody>
      <dsp:txXfrm>
        <a:off x="3298416" y="1503015"/>
        <a:ext cx="2126252" cy="751507"/>
      </dsp:txXfrm>
    </dsp:sp>
    <dsp:sp modelId="{924FBB01-E309-42C5-8708-9366CEB9F27A}">
      <dsp:nvSpPr>
        <dsp:cNvPr id="0" name=""/>
        <dsp:cNvSpPr/>
      </dsp:nvSpPr>
      <dsp:spPr>
        <a:xfrm>
          <a:off x="2180771" y="2254522"/>
          <a:ext cx="4361543" cy="751507"/>
        </a:xfrm>
        <a:prstGeom prst="trapezoid">
          <a:avLst>
            <a:gd name="adj" fmla="val 72547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5,08 entre 5 e 10 SM</a:t>
          </a:r>
        </a:p>
      </dsp:txBody>
      <dsp:txXfrm>
        <a:off x="2944041" y="2254522"/>
        <a:ext cx="2835002" cy="751507"/>
      </dsp:txXfrm>
    </dsp:sp>
    <dsp:sp modelId="{85E3E16D-8782-4C6D-A505-9E6EAD498BBF}">
      <dsp:nvSpPr>
        <dsp:cNvPr id="0" name=""/>
        <dsp:cNvSpPr/>
      </dsp:nvSpPr>
      <dsp:spPr>
        <a:xfrm>
          <a:off x="1635578" y="3006030"/>
          <a:ext cx="5451928" cy="751507"/>
        </a:xfrm>
        <a:prstGeom prst="trapezoid">
          <a:avLst>
            <a:gd name="adj" fmla="val 72547"/>
          </a:avLst>
        </a:prstGeom>
        <a:solidFill>
          <a:schemeClr val="bg1">
            <a:lumMod val="9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10,8% entre 3 e 5 SM</a:t>
          </a:r>
        </a:p>
      </dsp:txBody>
      <dsp:txXfrm>
        <a:off x="2589666" y="3006030"/>
        <a:ext cx="3543753" cy="751507"/>
      </dsp:txXfrm>
    </dsp:sp>
    <dsp:sp modelId="{D95E47DD-148F-4BA4-8CEE-0DFA21B8DA9C}">
      <dsp:nvSpPr>
        <dsp:cNvPr id="0" name=""/>
        <dsp:cNvSpPr/>
      </dsp:nvSpPr>
      <dsp:spPr>
        <a:xfrm>
          <a:off x="1090385" y="3757537"/>
          <a:ext cx="6542314" cy="751507"/>
        </a:xfrm>
        <a:prstGeom prst="trapezoid">
          <a:avLst>
            <a:gd name="adj" fmla="val 72547"/>
          </a:avLst>
        </a:prstGeom>
        <a:solidFill>
          <a:srgbClr val="FFFF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14,23 entre 2 e 3 SM</a:t>
          </a:r>
        </a:p>
      </dsp:txBody>
      <dsp:txXfrm>
        <a:off x="2235290" y="3757537"/>
        <a:ext cx="4252504" cy="751507"/>
      </dsp:txXfrm>
    </dsp:sp>
    <dsp:sp modelId="{DF07C437-CBE5-4A53-AE3A-3D6DC714CDF1}">
      <dsp:nvSpPr>
        <dsp:cNvPr id="0" name=""/>
        <dsp:cNvSpPr/>
      </dsp:nvSpPr>
      <dsp:spPr>
        <a:xfrm>
          <a:off x="545192" y="4509045"/>
          <a:ext cx="7632700" cy="751507"/>
        </a:xfrm>
        <a:prstGeom prst="trapezoid">
          <a:avLst>
            <a:gd name="adj" fmla="val 72547"/>
          </a:avLst>
        </a:prstGeom>
        <a:solidFill>
          <a:srgbClr val="FF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34,7% entre 1 e 2 SM</a:t>
          </a:r>
        </a:p>
      </dsp:txBody>
      <dsp:txXfrm>
        <a:off x="1880915" y="4509045"/>
        <a:ext cx="4961255" cy="751507"/>
      </dsp:txXfrm>
    </dsp:sp>
    <dsp:sp modelId="{7EAC70BF-C58B-4F29-B684-E24A08F3635A}">
      <dsp:nvSpPr>
        <dsp:cNvPr id="0" name=""/>
        <dsp:cNvSpPr/>
      </dsp:nvSpPr>
      <dsp:spPr>
        <a:xfrm>
          <a:off x="0" y="5260552"/>
          <a:ext cx="8723086" cy="751507"/>
        </a:xfrm>
        <a:prstGeom prst="trapezoid">
          <a:avLst>
            <a:gd name="adj" fmla="val 72547"/>
          </a:avLst>
        </a:prstGeom>
        <a:solidFill>
          <a:srgbClr val="9E3263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35,8% abaixo de1 SM</a:t>
          </a:r>
        </a:p>
      </dsp:txBody>
      <dsp:txXfrm>
        <a:off x="1526540" y="5260552"/>
        <a:ext cx="5670005" cy="75150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24C8C8-4093-414F-A5B3-68F6FD78ACCA}">
      <dsp:nvSpPr>
        <dsp:cNvPr id="0" name=""/>
        <dsp:cNvSpPr/>
      </dsp:nvSpPr>
      <dsp:spPr>
        <a:xfrm>
          <a:off x="28418" y="66"/>
          <a:ext cx="1464468" cy="146446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kern="1200" dirty="0"/>
            <a:t>cana</a:t>
          </a:r>
        </a:p>
      </dsp:txBody>
      <dsp:txXfrm>
        <a:off x="242884" y="214532"/>
        <a:ext cx="1035536" cy="1035536"/>
      </dsp:txXfrm>
    </dsp:sp>
    <dsp:sp modelId="{11A5B750-F80D-42E6-83C7-531968EBA625}">
      <dsp:nvSpPr>
        <dsp:cNvPr id="0" name=""/>
        <dsp:cNvSpPr/>
      </dsp:nvSpPr>
      <dsp:spPr>
        <a:xfrm rot="5400000">
          <a:off x="504370" y="1717924"/>
          <a:ext cx="512564" cy="388084"/>
        </a:xfrm>
        <a:prstGeom prst="right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203DA3-8CC1-4ADB-9FDE-DD531E21BBC9}">
      <dsp:nvSpPr>
        <dsp:cNvPr id="0" name=""/>
        <dsp:cNvSpPr/>
      </dsp:nvSpPr>
      <dsp:spPr>
        <a:xfrm>
          <a:off x="25654" y="2337431"/>
          <a:ext cx="1469997" cy="743804"/>
        </a:xfrm>
        <a:prstGeom prst="rect">
          <a:avLst/>
        </a:prstGeom>
        <a:solidFill>
          <a:srgbClr val="92D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/>
            <a:t>Lavagem da cana</a:t>
          </a:r>
        </a:p>
      </dsp:txBody>
      <dsp:txXfrm>
        <a:off x="25654" y="2337431"/>
        <a:ext cx="1469997" cy="743804"/>
      </dsp:txXfrm>
    </dsp:sp>
    <dsp:sp modelId="{6552EC03-78E8-4A05-BA54-16066F5EADED}">
      <dsp:nvSpPr>
        <dsp:cNvPr id="0" name=""/>
        <dsp:cNvSpPr/>
      </dsp:nvSpPr>
      <dsp:spPr>
        <a:xfrm rot="5400000">
          <a:off x="504370" y="3514791"/>
          <a:ext cx="512564" cy="388084"/>
        </a:xfrm>
        <a:prstGeom prst="right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FFFC3B-3358-45F7-A557-959AAC323497}">
      <dsp:nvSpPr>
        <dsp:cNvPr id="0" name=""/>
        <dsp:cNvSpPr/>
      </dsp:nvSpPr>
      <dsp:spPr>
        <a:xfrm>
          <a:off x="25654" y="4314464"/>
          <a:ext cx="1469997" cy="743804"/>
        </a:xfrm>
        <a:prstGeom prst="rect">
          <a:avLst/>
        </a:prstGeom>
        <a:solidFill>
          <a:srgbClr val="92D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/>
            <a:t>Extração da cana</a:t>
          </a:r>
        </a:p>
      </dsp:txBody>
      <dsp:txXfrm>
        <a:off x="25654" y="4314464"/>
        <a:ext cx="1469997" cy="743804"/>
      </dsp:txXfrm>
    </dsp:sp>
    <dsp:sp modelId="{8E3B768E-761C-4B7E-9BA8-FDD60E5632D5}">
      <dsp:nvSpPr>
        <dsp:cNvPr id="0" name=""/>
        <dsp:cNvSpPr/>
      </dsp:nvSpPr>
      <dsp:spPr>
        <a:xfrm>
          <a:off x="1616470" y="4492324"/>
          <a:ext cx="512564" cy="388084"/>
        </a:xfrm>
        <a:prstGeom prst="right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94EE16-B4AC-4396-AC65-A215B7EC5839}">
      <dsp:nvSpPr>
        <dsp:cNvPr id="0" name=""/>
        <dsp:cNvSpPr/>
      </dsp:nvSpPr>
      <dsp:spPr>
        <a:xfrm>
          <a:off x="2227885" y="4314464"/>
          <a:ext cx="1469997" cy="743804"/>
        </a:xfrm>
        <a:prstGeom prst="rect">
          <a:avLst/>
        </a:prstGeom>
        <a:solidFill>
          <a:srgbClr val="92D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/>
            <a:t>Pré-tratamento</a:t>
          </a:r>
        </a:p>
      </dsp:txBody>
      <dsp:txXfrm>
        <a:off x="2227885" y="4314464"/>
        <a:ext cx="1469997" cy="743804"/>
      </dsp:txXfrm>
    </dsp:sp>
    <dsp:sp modelId="{84E0E538-D4E3-4490-9E0C-A2EBD10C3E3F}">
      <dsp:nvSpPr>
        <dsp:cNvPr id="0" name=""/>
        <dsp:cNvSpPr/>
      </dsp:nvSpPr>
      <dsp:spPr>
        <a:xfrm rot="16200000">
          <a:off x="2706602" y="3492824"/>
          <a:ext cx="512564" cy="388084"/>
        </a:xfrm>
        <a:prstGeom prst="right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80FC64-1AE7-4CAA-83D0-C8F4871B42BE}">
      <dsp:nvSpPr>
        <dsp:cNvPr id="0" name=""/>
        <dsp:cNvSpPr/>
      </dsp:nvSpPr>
      <dsp:spPr>
        <a:xfrm>
          <a:off x="2227885" y="2337431"/>
          <a:ext cx="1469997" cy="743804"/>
        </a:xfrm>
        <a:prstGeom prst="rect">
          <a:avLst/>
        </a:prstGeom>
        <a:solidFill>
          <a:srgbClr val="92D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 err="1"/>
            <a:t>sulfitação</a:t>
          </a:r>
          <a:endParaRPr lang="pt-BR" sz="1800" kern="1200" dirty="0"/>
        </a:p>
      </dsp:txBody>
      <dsp:txXfrm>
        <a:off x="2227885" y="2337431"/>
        <a:ext cx="1469997" cy="743804"/>
      </dsp:txXfrm>
    </dsp:sp>
    <dsp:sp modelId="{A1934466-426B-47BB-BF23-B23EC8406A11}">
      <dsp:nvSpPr>
        <dsp:cNvPr id="0" name=""/>
        <dsp:cNvSpPr/>
      </dsp:nvSpPr>
      <dsp:spPr>
        <a:xfrm rot="16200000">
          <a:off x="2706602" y="1515791"/>
          <a:ext cx="512564" cy="388084"/>
        </a:xfrm>
        <a:prstGeom prst="right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13386E-589E-4067-931C-48B6A7E4FE9A}">
      <dsp:nvSpPr>
        <dsp:cNvPr id="0" name=""/>
        <dsp:cNvSpPr/>
      </dsp:nvSpPr>
      <dsp:spPr>
        <a:xfrm>
          <a:off x="2227885" y="360398"/>
          <a:ext cx="1469997" cy="743804"/>
        </a:xfrm>
        <a:prstGeom prst="rect">
          <a:avLst/>
        </a:prstGeom>
        <a:solidFill>
          <a:srgbClr val="92D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 err="1"/>
            <a:t>caleagem</a:t>
          </a:r>
          <a:endParaRPr lang="pt-BR" sz="1800" kern="1200" dirty="0"/>
        </a:p>
      </dsp:txBody>
      <dsp:txXfrm>
        <a:off x="2227885" y="360398"/>
        <a:ext cx="1469997" cy="743804"/>
      </dsp:txXfrm>
    </dsp:sp>
    <dsp:sp modelId="{8F0DE00E-FD1A-4CFB-8CD9-BA77F567D5F1}">
      <dsp:nvSpPr>
        <dsp:cNvPr id="0" name=""/>
        <dsp:cNvSpPr/>
      </dsp:nvSpPr>
      <dsp:spPr>
        <a:xfrm>
          <a:off x="3818701" y="538258"/>
          <a:ext cx="512564" cy="388084"/>
        </a:xfrm>
        <a:prstGeom prst="right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38292E-1403-4EFE-89B9-75C5669B3534}">
      <dsp:nvSpPr>
        <dsp:cNvPr id="0" name=""/>
        <dsp:cNvSpPr/>
      </dsp:nvSpPr>
      <dsp:spPr>
        <a:xfrm>
          <a:off x="4430117" y="360398"/>
          <a:ext cx="1469997" cy="743804"/>
        </a:xfrm>
        <a:prstGeom prst="rect">
          <a:avLst/>
        </a:prstGeom>
        <a:solidFill>
          <a:srgbClr val="92D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/>
            <a:t>Decantação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 err="1"/>
            <a:t>Fitração</a:t>
          </a:r>
          <a:endParaRPr lang="pt-BR" sz="1800" kern="1200" dirty="0"/>
        </a:p>
      </dsp:txBody>
      <dsp:txXfrm>
        <a:off x="4430117" y="360398"/>
        <a:ext cx="1469997" cy="743804"/>
      </dsp:txXfrm>
    </dsp:sp>
    <dsp:sp modelId="{1E31B92D-A545-45D6-BA56-7EE395151333}">
      <dsp:nvSpPr>
        <dsp:cNvPr id="0" name=""/>
        <dsp:cNvSpPr/>
      </dsp:nvSpPr>
      <dsp:spPr>
        <a:xfrm rot="5400000">
          <a:off x="4908833" y="1537758"/>
          <a:ext cx="512564" cy="388084"/>
        </a:xfrm>
        <a:prstGeom prst="right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A842E8-2107-433A-97C9-734D22EB7336}">
      <dsp:nvSpPr>
        <dsp:cNvPr id="0" name=""/>
        <dsp:cNvSpPr/>
      </dsp:nvSpPr>
      <dsp:spPr>
        <a:xfrm>
          <a:off x="4430117" y="2337431"/>
          <a:ext cx="1469997" cy="743804"/>
        </a:xfrm>
        <a:prstGeom prst="rect">
          <a:avLst/>
        </a:prstGeom>
        <a:solidFill>
          <a:srgbClr val="92D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/>
            <a:t>Evaporação</a:t>
          </a:r>
        </a:p>
      </dsp:txBody>
      <dsp:txXfrm>
        <a:off x="4430117" y="2337431"/>
        <a:ext cx="1469997" cy="743804"/>
      </dsp:txXfrm>
    </dsp:sp>
    <dsp:sp modelId="{17BCB274-1B18-41BA-9F92-FFF996CDB0A2}">
      <dsp:nvSpPr>
        <dsp:cNvPr id="0" name=""/>
        <dsp:cNvSpPr/>
      </dsp:nvSpPr>
      <dsp:spPr>
        <a:xfrm rot="5400000">
          <a:off x="4908833" y="3514791"/>
          <a:ext cx="512564" cy="388084"/>
        </a:xfrm>
        <a:prstGeom prst="right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9856B2-361C-40B4-8BBC-123D28C05B2B}">
      <dsp:nvSpPr>
        <dsp:cNvPr id="0" name=""/>
        <dsp:cNvSpPr/>
      </dsp:nvSpPr>
      <dsp:spPr>
        <a:xfrm>
          <a:off x="4430117" y="4314464"/>
          <a:ext cx="1469997" cy="743804"/>
        </a:xfrm>
        <a:prstGeom prst="rect">
          <a:avLst/>
        </a:prstGeom>
        <a:solidFill>
          <a:srgbClr val="92D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/>
            <a:t>Cristalização</a:t>
          </a:r>
        </a:p>
      </dsp:txBody>
      <dsp:txXfrm>
        <a:off x="4430117" y="4314464"/>
        <a:ext cx="1469997" cy="743804"/>
      </dsp:txXfrm>
    </dsp:sp>
    <dsp:sp modelId="{27E0F054-8400-4BE1-9F59-517C5235A84F}">
      <dsp:nvSpPr>
        <dsp:cNvPr id="0" name=""/>
        <dsp:cNvSpPr/>
      </dsp:nvSpPr>
      <dsp:spPr>
        <a:xfrm>
          <a:off x="6020932" y="4492324"/>
          <a:ext cx="512564" cy="388084"/>
        </a:xfrm>
        <a:prstGeom prst="right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2D35C2-9DD3-4DE3-8773-377B20C07A34}">
      <dsp:nvSpPr>
        <dsp:cNvPr id="0" name=""/>
        <dsp:cNvSpPr/>
      </dsp:nvSpPr>
      <dsp:spPr>
        <a:xfrm>
          <a:off x="6632348" y="4314464"/>
          <a:ext cx="1469997" cy="743804"/>
        </a:xfrm>
        <a:prstGeom prst="rect">
          <a:avLst/>
        </a:prstGeom>
        <a:solidFill>
          <a:srgbClr val="92D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/>
            <a:t>Centrifugação</a:t>
          </a:r>
        </a:p>
      </dsp:txBody>
      <dsp:txXfrm>
        <a:off x="6632348" y="4314464"/>
        <a:ext cx="1469997" cy="743804"/>
      </dsp:txXfrm>
    </dsp:sp>
    <dsp:sp modelId="{2B6086B4-6684-46E7-B04F-B08BA1C5B6EA}">
      <dsp:nvSpPr>
        <dsp:cNvPr id="0" name=""/>
        <dsp:cNvSpPr/>
      </dsp:nvSpPr>
      <dsp:spPr>
        <a:xfrm rot="16136178">
          <a:off x="7092253" y="3479179"/>
          <a:ext cx="512564" cy="388084"/>
        </a:xfrm>
        <a:prstGeom prst="right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4FD7EE-3245-4A5D-AE04-E44223DFFAB4}">
      <dsp:nvSpPr>
        <dsp:cNvPr id="0" name=""/>
        <dsp:cNvSpPr/>
      </dsp:nvSpPr>
      <dsp:spPr>
        <a:xfrm>
          <a:off x="6600216" y="2364727"/>
          <a:ext cx="1460844" cy="689211"/>
        </a:xfrm>
        <a:prstGeom prst="rect">
          <a:avLst/>
        </a:prstGeom>
        <a:solidFill>
          <a:srgbClr val="92D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/>
            <a:t>Secagem</a:t>
          </a:r>
        </a:p>
      </dsp:txBody>
      <dsp:txXfrm>
        <a:off x="6600216" y="2364727"/>
        <a:ext cx="1460844" cy="689211"/>
      </dsp:txXfrm>
    </dsp:sp>
    <dsp:sp modelId="{AFF45019-185C-4D0D-8908-0E19478F2510}">
      <dsp:nvSpPr>
        <dsp:cNvPr id="0" name=""/>
        <dsp:cNvSpPr/>
      </dsp:nvSpPr>
      <dsp:spPr>
        <a:xfrm rot="16247273">
          <a:off x="7085437" y="1709542"/>
          <a:ext cx="512564" cy="388084"/>
        </a:xfrm>
        <a:prstGeom prst="right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C8AE20-EF71-49A7-AF39-BF4978A2C17D}">
      <dsp:nvSpPr>
        <dsp:cNvPr id="0" name=""/>
        <dsp:cNvSpPr/>
      </dsp:nvSpPr>
      <dsp:spPr>
        <a:xfrm>
          <a:off x="6625593" y="0"/>
          <a:ext cx="1464468" cy="1464468"/>
        </a:xfrm>
        <a:prstGeom prst="ellipse">
          <a:avLst/>
        </a:prstGeom>
        <a:solidFill>
          <a:schemeClr val="bg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kern="1200" dirty="0">
              <a:solidFill>
                <a:schemeClr val="bg1"/>
              </a:solidFill>
            </a:rPr>
            <a:t>Açucar</a:t>
          </a:r>
        </a:p>
      </dsp:txBody>
      <dsp:txXfrm>
        <a:off x="6840059" y="214466"/>
        <a:ext cx="1035536" cy="10355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bProcess2">
  <dgm:title val=""/>
  <dgm:desc val=""/>
  <dgm:catLst>
    <dgm:cat type="process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/>
    </dgm:varLst>
    <dgm:choose name="Name0">
      <dgm:if name="Name1" func="var" arg="dir" op="equ" val="norm">
        <dgm:alg type="snake">
          <dgm:param type="grDir" val="tL"/>
          <dgm:param type="flowDir" val="col"/>
          <dgm:param type="contDir" val="revDir"/>
        </dgm:alg>
      </dgm:if>
      <dgm:else name="Name2">
        <dgm:alg type="snake">
          <dgm:param type="grDir" val="tR"/>
          <dgm:param type="flowDir" val="col"/>
          <dgm:param type="contDir" val="revDi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firstNode" refType="w"/>
      <dgm:constr type="w" for="ch" forName="lastNode" refType="w" refFor="ch" refForName="firstNode" op="equ"/>
      <dgm:constr type="w" for="ch" forName="middleNode" refType="w" refFor="ch" refForName="firstNode" op="equ"/>
      <dgm:constr type="h" for="ch" ptType="sibTrans" refType="w" refFor="ch" refForName="middleNode" op="equ" fact="0.35"/>
      <dgm:constr type="sp" refType="w" refFor="ch" refForName="middleNode" fact="0.5"/>
      <dgm:constr type="connDist" for="des" ptType="sibTrans" op="equ"/>
      <dgm:constr type="primFontSz" for="ch" forName="firstNode" val="65"/>
      <dgm:constr type="primFontSz" for="ch" forName="lastNode" refType="primFontSz" refFor="ch" refForName="firstNode" op="equ"/>
      <dgm:constr type="primFontSz" for="des" forName="shape" val="65"/>
      <dgm:constr type="primFontSz" for="des" forName="shape" refType="primFontSz" refFor="ch" refForName="firstNode" op="lte"/>
      <dgm:constr type="primFontSz" for="des" forName="shape" refType="primFontSz" refFor="ch" refForName="lastNode" op="lte"/>
    </dgm:constrLst>
    <dgm:ruleLst/>
    <dgm:forEach name="Name3" axis="ch" ptType="node">
      <dgm:choose name="Name4">
        <dgm:if name="Name5" axis="self" ptType="node" func="pos" op="equ" val="1">
          <dgm:layoutNode name="fir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if name="Name6" axis="self" ptType="node" func="revPos" op="equ" val="1">
          <dgm:layoutNode name="la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else name="Name7">
          <dgm:layoutNode name="middleNod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  <dgm:constr type="w" for="ch" forName="padding" refType="w"/>
              <dgm:constr type="h" for="ch" forName="padding" refType="h"/>
              <dgm:constr type="w" for="ch" forName="shape" refType="w" fact="0.667"/>
              <dgm:constr type="h" for="ch" forName="shape" refType="h" fact="0.667"/>
              <dgm:constr type="ctrX" for="ch" forName="shape" refType="w" fact="0.5"/>
              <dgm:constr type="ctrY" for="ch" forName="shape" refType="h" fact="0.5"/>
            </dgm:constrLst>
            <dgm:ruleLst/>
            <dgm:layoutNode name="padding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shape">
              <dgm:varLst>
                <dgm:bulletEnabled val="1"/>
              </dgm:varLst>
              <dgm:alg type="tx">
                <dgm:param type="txAnchorVertCh" val="mid"/>
              </dgm:alg>
              <dgm:shape xmlns:r="http://schemas.openxmlformats.org/officeDocument/2006/relationships" type="ellipse" r:blip="">
                <dgm:adjLst/>
              </dgm:shape>
              <dgm:presOf axis="desOrSelf" ptType="node"/>
              <dgm:constrLst>
                <dgm:constr type="h" refType="w"/>
                <dgm:constr type="tMarg" refType="primFontSz" fact="0.1"/>
                <dgm:constr type="bMarg" refType="primFontSz" fact="0.1"/>
                <dgm:constr type="lMarg" refType="primFontSz" fact="0.1"/>
                <dgm:constr type="r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  <dgm:forEach name="Name8" axis="followSib" ptType="sibTrans" cnt="1">
        <dgm:layoutNode name="sibTrans">
          <dgm:choose name="Name9">
            <dgm:if name="Name10" func="var" arg="dir" op="equ" val="norm">
              <dgm:choose name="Name11">
                <dgm:if name="Name12" axis="self" ptType="sibTrans" func="pos" op="equ" val="1">
                  <dgm:alg type="conn">
                    <dgm:param type="begPts" val="auto"/>
                    <dgm:param type="endPts" val="auto"/>
                    <dgm:param type="srcNode" val="firstNode"/>
                    <dgm:param type="dstNode" val="shape"/>
                  </dgm:alg>
                </dgm:if>
                <dgm:if name="Name13" axis="self" ptType="sibTrans" func="revPos" op="equ" val="1">
                  <dgm:alg type="conn">
                    <dgm:param type="begPts" val="auto"/>
                    <dgm:param type="endPts" val="auto"/>
                    <dgm:param type="srcNode" val="shape"/>
                    <dgm:param type="dstNode" val="lastNode"/>
                  </dgm:alg>
                </dgm:if>
                <dgm:else name="Name14">
                  <dgm:alg type="conn">
                    <dgm:param type="begPts" val="auto"/>
                    <dgm:param type="endPts" val="auto"/>
                    <dgm:param type="srcNode" val="shape"/>
                    <dgm:param type="dstNode" val="shape"/>
                  </dgm:alg>
                </dgm:else>
              </dgm:choose>
            </dgm:if>
            <dgm:else name="Name15">
              <dgm:choose name="Name16">
                <dgm:if name="Name17" axis="self" ptType="sibTrans" func="pos" op="equ" val="1">
                  <dgm:alg type="conn">
                    <dgm:param type="begPts" val="auto"/>
                    <dgm:param type="endPts" val="auto"/>
                    <dgm:param type="srcNode" val="firstNode"/>
                    <dgm:param type="dstNode" val="shape"/>
                  </dgm:alg>
                </dgm:if>
                <dgm:if name="Name18" axis="self" ptType="sibTrans" func="revPos" op="equ" val="1">
                  <dgm:alg type="conn">
                    <dgm:param type="begPts" val="auto"/>
                    <dgm:param type="endPts" val="auto"/>
                    <dgm:param type="srcNode" val="shape"/>
                    <dgm:param type="dstNode" val="lastNode"/>
                  </dgm:alg>
                </dgm:if>
                <dgm:else name="Name19">
                  <dgm:alg type="conn">
                    <dgm:param type="begPts" val="auto"/>
                    <dgm:param type="endPts" val="auto"/>
                    <dgm:param type="srcNode" val="shape"/>
                    <dgm:param type="dstNode" val="shape"/>
                  </dgm:alg>
                </dgm:else>
              </dgm:choose>
            </dgm:else>
          </dgm:choose>
          <dgm:shape xmlns:r="http://schemas.openxmlformats.org/officeDocument/2006/relationships" rot="90" type="triangle" r:blip="">
            <dgm:adjLst/>
          </dgm:shape>
          <dgm:presOf axis="self"/>
          <dgm:constrLst>
            <dgm:constr type="w" refType="h"/>
            <dgm:constr type="connDist"/>
            <dgm:constr type="begPad" refType="connDist" fact="0.25"/>
            <dgm:constr type="endPad" refType="connDist" fact="0.22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EC8C04-FFA8-DEC6-88F3-3A52033B31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914FCFD-7E78-CF79-DA2F-0C78704B7C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F5D207-DB91-728D-4EBF-D77876B91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9054F-B9CE-4A13-8E80-BD9B9580392D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B675D94-F6B2-90A5-7866-9693E783A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1903CB-435C-90AF-6FC5-946CCB85D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73ECD-4BC3-4524-A16C-ED791544E6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0683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93B136-524D-525A-33CF-79FA9FC48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8F3DB7-DBE5-2C5C-178E-0F2CD8EE5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CABDE69-2E84-EA62-5F26-23CC77BFC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9054F-B9CE-4A13-8E80-BD9B9580392D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6B5395D-8191-6D91-56BC-1F3CA834D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BF28E89-7E57-88E5-A05F-8F653F8B0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73ECD-4BC3-4524-A16C-ED791544E6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1440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671DEF-05D6-F235-DEAD-7305C858B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30EDDDB-5523-6E25-568E-42E5DDD0F0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10926BA-665A-F7BB-519B-95D9A828C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9054F-B9CE-4A13-8E80-BD9B9580392D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F3C2FD-DEDA-5CF9-2238-AE4D299BA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D2D864D-1BE7-669D-6B03-D661366A2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73ECD-4BC3-4524-A16C-ED791544E6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3900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C86957-B25F-163D-EA0D-74EFF81F6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9A13E3-F8DB-F261-59FA-4A9274A40D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DFA2D7E-2A48-6972-9195-53EA69D62A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84C1593-1FF7-62E7-FBAE-F4F62D930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9054F-B9CE-4A13-8E80-BD9B9580392D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0E95E64-E163-6E1B-144D-BC2C62B0E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3A62982-E4ED-6D78-E5D5-96A13036F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73ECD-4BC3-4524-A16C-ED791544E6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7193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3C8030-BB84-2D5B-EC6C-0405C1D0C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A819ECC-2982-BFD1-392F-4D898DAED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3C39DFD-17E0-9946-4E06-02901610FE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E0E9D52-4BD8-E68A-AD9A-C77B930FF9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C883924-A636-8D6E-8998-AD24AC9714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BDEF232-2A6B-B39A-6BF3-841B0030B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9054F-B9CE-4A13-8E80-BD9B9580392D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A77CCC5-5C45-AD53-B5F2-D60AE539A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59BCDF4-A217-D10F-6191-6F3729764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73ECD-4BC3-4524-A16C-ED791544E6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1425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E1247D-64D5-BE68-BD10-8886DBF7A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659886B-64E8-5FAF-7C65-8879863E0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9054F-B9CE-4A13-8E80-BD9B9580392D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D0BA8DA-8DDA-43AB-8CCA-937E62598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2DF13B1-B187-3957-8113-3518D41A8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73ECD-4BC3-4524-A16C-ED791544E6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5780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9715EA4-E05F-AE9F-D8D4-43F414E30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9054F-B9CE-4A13-8E80-BD9B9580392D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91B40C0-EFF0-DA8B-B4AF-DDF91AD43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06BD6F3-9B9B-D3DA-733F-B481B2BE8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73ECD-4BC3-4524-A16C-ED791544E6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4572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DD66CC-B7D5-5A3E-4005-484D60697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4919CB-E58C-488F-1B67-E3BD56F0D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BCD072F-B3E1-0DB3-6F1C-D30EA21605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5404170-5766-BDC6-5D50-B130CFE6E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9054F-B9CE-4A13-8E80-BD9B9580392D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5EA26E5-8F92-A556-0E48-E20B8F226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3938BDB-D2C0-6EFE-9AC4-0EF9F5924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73ECD-4BC3-4524-A16C-ED791544E6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2422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4F65BE-0D83-454B-FAF1-A87FD1C7A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E97E20E-2EBE-E671-BBB7-AE80AA5801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84D5DCB-96A0-6047-2C93-31998E62C3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A9738D5-7E2C-4B6F-664B-012767C8A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9054F-B9CE-4A13-8E80-BD9B9580392D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6C5EFF1-E30B-FAD4-701C-2DA9FEC4B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FD07B35-BA5C-4126-E174-82A852A28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73ECD-4BC3-4524-A16C-ED791544E6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0903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958C2A-3AB1-7793-9C75-8912340ED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8927A0C-A927-A171-6B58-9A27AB37E7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737420-B973-30D8-7050-F58F28FB5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9054F-B9CE-4A13-8E80-BD9B9580392D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B5CC088-F44C-4E67-E5E1-7F7574809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8855E77-A805-0985-307F-0D9517100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73ECD-4BC3-4524-A16C-ED791544E6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7171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B87D32E-3EC4-65D3-D7AC-35090AF70D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ADD4B97-B857-74FC-03DF-6BC93D5269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5D6C31B-2EAE-BCC4-E470-B5C963D1C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9054F-B9CE-4A13-8E80-BD9B9580392D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FC6A8A-88D6-A6EF-0FEC-CF2B40770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F8A035C-3C1B-1194-5FFC-93C506849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73ECD-4BC3-4524-A16C-ED791544E6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6335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8B89DB7-4377-2A1C-1EE5-9AD5DB934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97F15AC-5444-FA92-D004-9F22D7131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D0D97E-8F0D-457D-FA0B-B35167B66B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89054F-B9CE-4A13-8E80-BD9B9580392D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7B1B0F-2C5D-8A77-5E27-3046E1FF25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817876-2B34-3FC5-25B8-D7C883BBE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A73ECD-4BC3-4524-A16C-ED791544E6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07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61B665-5B48-EBE9-55DD-6D8E127A87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Gabrielly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AEF75C9-2E24-14A1-0A59-909E4D96F8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Projeto de tecnologia da informação e comunicação</a:t>
            </a:r>
          </a:p>
        </p:txBody>
      </p:sp>
    </p:spTree>
    <p:extLst>
      <p:ext uri="{BB962C8B-B14F-4D97-AF65-F5344CB8AC3E}">
        <p14:creationId xmlns:p14="http://schemas.microsoft.com/office/powerpoint/2010/main" val="774639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Agrupar 116">
            <a:extLst>
              <a:ext uri="{FF2B5EF4-FFF2-40B4-BE49-F238E27FC236}">
                <a16:creationId xmlns:a16="http://schemas.microsoft.com/office/drawing/2014/main" id="{3C55A396-AF4B-356A-23A4-60C38CFB7C4D}"/>
              </a:ext>
            </a:extLst>
          </p:cNvPr>
          <p:cNvGrpSpPr/>
          <p:nvPr/>
        </p:nvGrpSpPr>
        <p:grpSpPr>
          <a:xfrm>
            <a:off x="383048" y="381240"/>
            <a:ext cx="11425904" cy="4854759"/>
            <a:chOff x="129602" y="349321"/>
            <a:chExt cx="12220542" cy="4854759"/>
          </a:xfrm>
        </p:grpSpPr>
        <p:sp>
          <p:nvSpPr>
            <p:cNvPr id="2" name="Retângulo 1">
              <a:extLst>
                <a:ext uri="{FF2B5EF4-FFF2-40B4-BE49-F238E27FC236}">
                  <a16:creationId xmlns:a16="http://schemas.microsoft.com/office/drawing/2014/main" id="{C6448D1A-D33F-6918-FD02-6477AFE51ACB}"/>
                </a:ext>
              </a:extLst>
            </p:cNvPr>
            <p:cNvSpPr/>
            <p:nvPr/>
          </p:nvSpPr>
          <p:spPr>
            <a:xfrm>
              <a:off x="5467378" y="349321"/>
              <a:ext cx="1800000" cy="90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Presidente</a:t>
              </a:r>
            </a:p>
          </p:txBody>
        </p:sp>
        <p:sp>
          <p:nvSpPr>
            <p:cNvPr id="25" name="Retângulo 24">
              <a:extLst>
                <a:ext uri="{FF2B5EF4-FFF2-40B4-BE49-F238E27FC236}">
                  <a16:creationId xmlns:a16="http://schemas.microsoft.com/office/drawing/2014/main" id="{9B5B2AC9-4A78-9AB8-4406-77AA931239CE}"/>
                </a:ext>
              </a:extLst>
            </p:cNvPr>
            <p:cNvSpPr/>
            <p:nvPr/>
          </p:nvSpPr>
          <p:spPr>
            <a:xfrm>
              <a:off x="129602" y="4289702"/>
              <a:ext cx="1482708" cy="90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Empregado A</a:t>
              </a:r>
            </a:p>
          </p:txBody>
        </p:sp>
        <p:sp>
          <p:nvSpPr>
            <p:cNvPr id="26" name="Retângulo 25">
              <a:extLst>
                <a:ext uri="{FF2B5EF4-FFF2-40B4-BE49-F238E27FC236}">
                  <a16:creationId xmlns:a16="http://schemas.microsoft.com/office/drawing/2014/main" id="{73F83260-6FF9-4F0E-7B03-FF2C0446A353}"/>
                </a:ext>
              </a:extLst>
            </p:cNvPr>
            <p:cNvSpPr/>
            <p:nvPr/>
          </p:nvSpPr>
          <p:spPr>
            <a:xfrm>
              <a:off x="1273825" y="2791785"/>
              <a:ext cx="1482708" cy="90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Diretor A</a:t>
              </a:r>
            </a:p>
          </p:txBody>
        </p:sp>
        <p:sp>
          <p:nvSpPr>
            <p:cNvPr id="27" name="Retângulo 26">
              <a:extLst>
                <a:ext uri="{FF2B5EF4-FFF2-40B4-BE49-F238E27FC236}">
                  <a16:creationId xmlns:a16="http://schemas.microsoft.com/office/drawing/2014/main" id="{280FBC4C-CCF8-093C-5696-07E1E9A61BB6}"/>
                </a:ext>
              </a:extLst>
            </p:cNvPr>
            <p:cNvSpPr/>
            <p:nvPr/>
          </p:nvSpPr>
          <p:spPr>
            <a:xfrm>
              <a:off x="2226569" y="4281574"/>
              <a:ext cx="1482708" cy="90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Empregado B</a:t>
              </a:r>
            </a:p>
          </p:txBody>
        </p:sp>
        <p:cxnSp>
          <p:nvCxnSpPr>
            <p:cNvPr id="28" name="Conector reto 27">
              <a:extLst>
                <a:ext uri="{FF2B5EF4-FFF2-40B4-BE49-F238E27FC236}">
                  <a16:creationId xmlns:a16="http://schemas.microsoft.com/office/drawing/2014/main" id="{9BA8C5FC-8C61-873E-5148-5DA636225741}"/>
                </a:ext>
              </a:extLst>
            </p:cNvPr>
            <p:cNvCxnSpPr>
              <a:cxnSpLocks/>
            </p:cNvCxnSpPr>
            <p:nvPr/>
          </p:nvCxnSpPr>
          <p:spPr>
            <a:xfrm>
              <a:off x="895626" y="3993868"/>
              <a:ext cx="2082420" cy="0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9" name="Conector reto 28">
              <a:extLst>
                <a:ext uri="{FF2B5EF4-FFF2-40B4-BE49-F238E27FC236}">
                  <a16:creationId xmlns:a16="http://schemas.microsoft.com/office/drawing/2014/main" id="{3FA41FD3-6511-E253-C1ED-AFF2C5EF9321}"/>
                </a:ext>
              </a:extLst>
            </p:cNvPr>
            <p:cNvCxnSpPr>
              <a:cxnSpLocks/>
            </p:cNvCxnSpPr>
            <p:nvPr/>
          </p:nvCxnSpPr>
          <p:spPr>
            <a:xfrm>
              <a:off x="2015179" y="3691786"/>
              <a:ext cx="0" cy="302082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5A25CF69-82A5-4AB0-7172-4B2F5C02237E}"/>
                </a:ext>
              </a:extLst>
            </p:cNvPr>
            <p:cNvCxnSpPr>
              <a:cxnSpLocks/>
            </p:cNvCxnSpPr>
            <p:nvPr/>
          </p:nvCxnSpPr>
          <p:spPr>
            <a:xfrm>
              <a:off x="2987009" y="3993868"/>
              <a:ext cx="0" cy="295834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1" name="Conector reto 30">
              <a:extLst>
                <a:ext uri="{FF2B5EF4-FFF2-40B4-BE49-F238E27FC236}">
                  <a16:creationId xmlns:a16="http://schemas.microsoft.com/office/drawing/2014/main" id="{9AECA39E-636E-B257-5EF2-F41502A16A27}"/>
                </a:ext>
              </a:extLst>
            </p:cNvPr>
            <p:cNvCxnSpPr>
              <a:cxnSpLocks/>
            </p:cNvCxnSpPr>
            <p:nvPr/>
          </p:nvCxnSpPr>
          <p:spPr>
            <a:xfrm>
              <a:off x="895626" y="3993868"/>
              <a:ext cx="0" cy="295834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86" name="Retângulo 85">
              <a:extLst>
                <a:ext uri="{FF2B5EF4-FFF2-40B4-BE49-F238E27FC236}">
                  <a16:creationId xmlns:a16="http://schemas.microsoft.com/office/drawing/2014/main" id="{41F75ECC-16E2-B1AA-E36B-B2E15555151A}"/>
                </a:ext>
              </a:extLst>
            </p:cNvPr>
            <p:cNvSpPr/>
            <p:nvPr/>
          </p:nvSpPr>
          <p:spPr>
            <a:xfrm>
              <a:off x="4518356" y="4281574"/>
              <a:ext cx="1482708" cy="90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Empregado </a:t>
              </a:r>
            </a:p>
            <a:p>
              <a:pPr algn="ctr"/>
              <a:r>
                <a:rPr lang="pt-BR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87" name="Retângulo 86">
              <a:extLst>
                <a:ext uri="{FF2B5EF4-FFF2-40B4-BE49-F238E27FC236}">
                  <a16:creationId xmlns:a16="http://schemas.microsoft.com/office/drawing/2014/main" id="{741C1A1B-D354-6BF6-8247-4F97F6479D87}"/>
                </a:ext>
              </a:extLst>
            </p:cNvPr>
            <p:cNvSpPr/>
            <p:nvPr/>
          </p:nvSpPr>
          <p:spPr>
            <a:xfrm>
              <a:off x="5626024" y="2783657"/>
              <a:ext cx="1482708" cy="90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Diretor B</a:t>
              </a:r>
            </a:p>
          </p:txBody>
        </p:sp>
        <p:sp>
          <p:nvSpPr>
            <p:cNvPr id="88" name="Retângulo 87">
              <a:extLst>
                <a:ext uri="{FF2B5EF4-FFF2-40B4-BE49-F238E27FC236}">
                  <a16:creationId xmlns:a16="http://schemas.microsoft.com/office/drawing/2014/main" id="{9CACA1B5-753D-2BF4-117D-0FFD3EAD995F}"/>
                </a:ext>
              </a:extLst>
            </p:cNvPr>
            <p:cNvSpPr/>
            <p:nvPr/>
          </p:nvSpPr>
          <p:spPr>
            <a:xfrm>
              <a:off x="6609739" y="4281574"/>
              <a:ext cx="1482708" cy="90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Empregado D</a:t>
              </a:r>
            </a:p>
          </p:txBody>
        </p:sp>
        <p:cxnSp>
          <p:nvCxnSpPr>
            <p:cNvPr id="89" name="Conector reto 88">
              <a:extLst>
                <a:ext uri="{FF2B5EF4-FFF2-40B4-BE49-F238E27FC236}">
                  <a16:creationId xmlns:a16="http://schemas.microsoft.com/office/drawing/2014/main" id="{C81D36A8-09FB-D1B7-4DE5-D6EE7878606C}"/>
                </a:ext>
              </a:extLst>
            </p:cNvPr>
            <p:cNvCxnSpPr>
              <a:cxnSpLocks/>
            </p:cNvCxnSpPr>
            <p:nvPr/>
          </p:nvCxnSpPr>
          <p:spPr>
            <a:xfrm>
              <a:off x="5259710" y="3977703"/>
              <a:ext cx="2091383" cy="8037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90" name="Conector reto 89">
              <a:extLst>
                <a:ext uri="{FF2B5EF4-FFF2-40B4-BE49-F238E27FC236}">
                  <a16:creationId xmlns:a16="http://schemas.microsoft.com/office/drawing/2014/main" id="{E5401D87-34E2-1041-92C9-5E75BA8239B8}"/>
                </a:ext>
              </a:extLst>
            </p:cNvPr>
            <p:cNvCxnSpPr>
              <a:cxnSpLocks/>
            </p:cNvCxnSpPr>
            <p:nvPr/>
          </p:nvCxnSpPr>
          <p:spPr>
            <a:xfrm>
              <a:off x="6367378" y="3683658"/>
              <a:ext cx="0" cy="302082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91" name="Conector reto 90">
              <a:extLst>
                <a:ext uri="{FF2B5EF4-FFF2-40B4-BE49-F238E27FC236}">
                  <a16:creationId xmlns:a16="http://schemas.microsoft.com/office/drawing/2014/main" id="{8972B4DB-2AC3-7E31-9FBD-D5D031EF59A9}"/>
                </a:ext>
              </a:extLst>
            </p:cNvPr>
            <p:cNvCxnSpPr>
              <a:cxnSpLocks/>
            </p:cNvCxnSpPr>
            <p:nvPr/>
          </p:nvCxnSpPr>
          <p:spPr>
            <a:xfrm>
              <a:off x="7351093" y="3977703"/>
              <a:ext cx="0" cy="295834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92" name="Conector reto 91">
              <a:extLst>
                <a:ext uri="{FF2B5EF4-FFF2-40B4-BE49-F238E27FC236}">
                  <a16:creationId xmlns:a16="http://schemas.microsoft.com/office/drawing/2014/main" id="{99F50F5D-1AF5-A903-2ED4-7F73D5EA7E4E}"/>
                </a:ext>
              </a:extLst>
            </p:cNvPr>
            <p:cNvCxnSpPr>
              <a:cxnSpLocks/>
            </p:cNvCxnSpPr>
            <p:nvPr/>
          </p:nvCxnSpPr>
          <p:spPr>
            <a:xfrm>
              <a:off x="5260262" y="3977703"/>
              <a:ext cx="0" cy="295834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93" name="Retângulo 92">
              <a:extLst>
                <a:ext uri="{FF2B5EF4-FFF2-40B4-BE49-F238E27FC236}">
                  <a16:creationId xmlns:a16="http://schemas.microsoft.com/office/drawing/2014/main" id="{9DBAD9BE-0541-576F-36DD-5936603E37F7}"/>
                </a:ext>
              </a:extLst>
            </p:cNvPr>
            <p:cNvSpPr/>
            <p:nvPr/>
          </p:nvSpPr>
          <p:spPr>
            <a:xfrm>
              <a:off x="8871654" y="4304080"/>
              <a:ext cx="1482708" cy="90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Empregado </a:t>
              </a:r>
            </a:p>
            <a:p>
              <a:pPr algn="ctr"/>
              <a:r>
                <a:rPr lang="pt-BR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94" name="Retângulo 93">
              <a:extLst>
                <a:ext uri="{FF2B5EF4-FFF2-40B4-BE49-F238E27FC236}">
                  <a16:creationId xmlns:a16="http://schemas.microsoft.com/office/drawing/2014/main" id="{CA6D4A2E-1056-B35F-9542-44278E112E73}"/>
                </a:ext>
              </a:extLst>
            </p:cNvPr>
            <p:cNvSpPr/>
            <p:nvPr/>
          </p:nvSpPr>
          <p:spPr>
            <a:xfrm>
              <a:off x="9895606" y="2783657"/>
              <a:ext cx="1482708" cy="90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Diretor C</a:t>
              </a:r>
            </a:p>
          </p:txBody>
        </p:sp>
        <p:sp>
          <p:nvSpPr>
            <p:cNvPr id="95" name="Retângulo 94">
              <a:extLst>
                <a:ext uri="{FF2B5EF4-FFF2-40B4-BE49-F238E27FC236}">
                  <a16:creationId xmlns:a16="http://schemas.microsoft.com/office/drawing/2014/main" id="{662E3E34-CABD-3369-59BB-F3CC82882E9B}"/>
                </a:ext>
              </a:extLst>
            </p:cNvPr>
            <p:cNvSpPr/>
            <p:nvPr/>
          </p:nvSpPr>
          <p:spPr>
            <a:xfrm>
              <a:off x="10867436" y="4304080"/>
              <a:ext cx="1482708" cy="90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Empregado </a:t>
              </a:r>
            </a:p>
            <a:p>
              <a:pPr algn="ctr"/>
              <a:r>
                <a:rPr lang="pt-BR" dirty="0">
                  <a:solidFill>
                    <a:schemeClr val="tx1"/>
                  </a:solidFill>
                </a:rPr>
                <a:t>F</a:t>
              </a:r>
            </a:p>
          </p:txBody>
        </p:sp>
        <p:cxnSp>
          <p:nvCxnSpPr>
            <p:cNvPr id="96" name="Conector reto 95">
              <a:extLst>
                <a:ext uri="{FF2B5EF4-FFF2-40B4-BE49-F238E27FC236}">
                  <a16:creationId xmlns:a16="http://schemas.microsoft.com/office/drawing/2014/main" id="{5250E5AC-1A0A-5BA0-3E41-86CCAC3C724E}"/>
                </a:ext>
              </a:extLst>
            </p:cNvPr>
            <p:cNvCxnSpPr>
              <a:cxnSpLocks/>
            </p:cNvCxnSpPr>
            <p:nvPr/>
          </p:nvCxnSpPr>
          <p:spPr>
            <a:xfrm>
              <a:off x="9517407" y="3993868"/>
              <a:ext cx="2082420" cy="0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97" name="Conector reto 96">
              <a:extLst>
                <a:ext uri="{FF2B5EF4-FFF2-40B4-BE49-F238E27FC236}">
                  <a16:creationId xmlns:a16="http://schemas.microsoft.com/office/drawing/2014/main" id="{22576A83-77C9-3B15-D900-50E4E1EE22A8}"/>
                </a:ext>
              </a:extLst>
            </p:cNvPr>
            <p:cNvCxnSpPr>
              <a:cxnSpLocks/>
            </p:cNvCxnSpPr>
            <p:nvPr/>
          </p:nvCxnSpPr>
          <p:spPr>
            <a:xfrm>
              <a:off x="10636960" y="3691786"/>
              <a:ext cx="0" cy="302082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98" name="Conector reto 97">
              <a:extLst>
                <a:ext uri="{FF2B5EF4-FFF2-40B4-BE49-F238E27FC236}">
                  <a16:creationId xmlns:a16="http://schemas.microsoft.com/office/drawing/2014/main" id="{8BBE8ED3-09BD-9F11-9945-73E5BF69F5AB}"/>
                </a:ext>
              </a:extLst>
            </p:cNvPr>
            <p:cNvCxnSpPr>
              <a:cxnSpLocks/>
            </p:cNvCxnSpPr>
            <p:nvPr/>
          </p:nvCxnSpPr>
          <p:spPr>
            <a:xfrm>
              <a:off x="11608790" y="3993868"/>
              <a:ext cx="0" cy="295834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99" name="Conector reto 98">
              <a:extLst>
                <a:ext uri="{FF2B5EF4-FFF2-40B4-BE49-F238E27FC236}">
                  <a16:creationId xmlns:a16="http://schemas.microsoft.com/office/drawing/2014/main" id="{7C52353D-265A-59C7-242E-38104B641D94}"/>
                </a:ext>
              </a:extLst>
            </p:cNvPr>
            <p:cNvCxnSpPr>
              <a:cxnSpLocks/>
            </p:cNvCxnSpPr>
            <p:nvPr/>
          </p:nvCxnSpPr>
          <p:spPr>
            <a:xfrm>
              <a:off x="9517407" y="3993868"/>
              <a:ext cx="0" cy="295834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01" name="Conector reto 100">
              <a:extLst>
                <a:ext uri="{FF2B5EF4-FFF2-40B4-BE49-F238E27FC236}">
                  <a16:creationId xmlns:a16="http://schemas.microsoft.com/office/drawing/2014/main" id="{8F166951-5E3B-2E63-0E6F-954B0676B3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15179" y="1936585"/>
              <a:ext cx="8621781" cy="35230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04" name="Conector reto 103">
              <a:extLst>
                <a:ext uri="{FF2B5EF4-FFF2-40B4-BE49-F238E27FC236}">
                  <a16:creationId xmlns:a16="http://schemas.microsoft.com/office/drawing/2014/main" id="{B25FF418-0F27-590F-5D38-5DBCD68927F8}"/>
                </a:ext>
              </a:extLst>
            </p:cNvPr>
            <p:cNvCxnSpPr>
              <a:stCxn id="26" idx="0"/>
            </p:cNvCxnSpPr>
            <p:nvPr/>
          </p:nvCxnSpPr>
          <p:spPr>
            <a:xfrm flipV="1">
              <a:off x="2015179" y="1971816"/>
              <a:ext cx="0" cy="819969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07" name="Conector reto 106">
              <a:extLst>
                <a:ext uri="{FF2B5EF4-FFF2-40B4-BE49-F238E27FC236}">
                  <a16:creationId xmlns:a16="http://schemas.microsoft.com/office/drawing/2014/main" id="{6111A40F-94CA-F8DA-EB76-DF59A177BE2D}"/>
                </a:ext>
              </a:extLst>
            </p:cNvPr>
            <p:cNvCxnSpPr>
              <a:cxnSpLocks/>
              <a:stCxn id="87" idx="0"/>
            </p:cNvCxnSpPr>
            <p:nvPr/>
          </p:nvCxnSpPr>
          <p:spPr>
            <a:xfrm flipV="1">
              <a:off x="6367378" y="1954200"/>
              <a:ext cx="0" cy="829457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09" name="Conector reto 108">
              <a:extLst>
                <a:ext uri="{FF2B5EF4-FFF2-40B4-BE49-F238E27FC236}">
                  <a16:creationId xmlns:a16="http://schemas.microsoft.com/office/drawing/2014/main" id="{84369CE1-11BA-725B-7567-33D7430A431B}"/>
                </a:ext>
              </a:extLst>
            </p:cNvPr>
            <p:cNvCxnSpPr>
              <a:endCxn id="94" idx="0"/>
            </p:cNvCxnSpPr>
            <p:nvPr/>
          </p:nvCxnSpPr>
          <p:spPr>
            <a:xfrm>
              <a:off x="10636960" y="1940648"/>
              <a:ext cx="0" cy="843009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14" name="Conector reto 113">
              <a:extLst>
                <a:ext uri="{FF2B5EF4-FFF2-40B4-BE49-F238E27FC236}">
                  <a16:creationId xmlns:a16="http://schemas.microsoft.com/office/drawing/2014/main" id="{3D09720F-D24B-5A23-6048-6A63EC1A4CF2}"/>
                </a:ext>
              </a:extLst>
            </p:cNvPr>
            <p:cNvCxnSpPr>
              <a:stCxn id="2" idx="2"/>
            </p:cNvCxnSpPr>
            <p:nvPr/>
          </p:nvCxnSpPr>
          <p:spPr>
            <a:xfrm>
              <a:off x="6367378" y="1249321"/>
              <a:ext cx="0" cy="829458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41907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6DA5CC28-0EE7-2240-3165-BF9498BD88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10551768"/>
              </p:ext>
            </p:extLst>
          </p:nvPr>
        </p:nvGraphicFramePr>
        <p:xfrm>
          <a:off x="2031999" y="719666"/>
          <a:ext cx="8287658" cy="54460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10104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DD01E085-6701-3982-0B86-3E0B705B0F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5764143"/>
              </p:ext>
            </p:extLst>
          </p:nvPr>
        </p:nvGraphicFramePr>
        <p:xfrm>
          <a:off x="2032000" y="719666"/>
          <a:ext cx="8723086" cy="60120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99722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3B46DDA2-49A3-0F88-B407-A54DA555486B}"/>
              </a:ext>
            </a:extLst>
          </p:cNvPr>
          <p:cNvSpPr/>
          <p:nvPr/>
        </p:nvSpPr>
        <p:spPr>
          <a:xfrm>
            <a:off x="2098490" y="121645"/>
            <a:ext cx="6480000" cy="6480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FAB1FFE1-2BD9-BB1D-0772-5464A092333D}"/>
              </a:ext>
            </a:extLst>
          </p:cNvPr>
          <p:cNvSpPr/>
          <p:nvPr/>
        </p:nvSpPr>
        <p:spPr>
          <a:xfrm>
            <a:off x="3178492" y="1201645"/>
            <a:ext cx="4320000" cy="43200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pt-BR" dirty="0"/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26639308-B61A-8871-59D6-9E43B1CA8283}"/>
              </a:ext>
            </a:extLst>
          </p:cNvPr>
          <p:cNvCxnSpPr>
            <a:stCxn id="2" idx="1"/>
            <a:endCxn id="2" idx="5"/>
          </p:cNvCxnSpPr>
          <p:nvPr/>
        </p:nvCxnSpPr>
        <p:spPr>
          <a:xfrm>
            <a:off x="3047464" y="1070619"/>
            <a:ext cx="4582052" cy="458205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DED8E195-A27B-1F50-682F-65BF9B2EEE24}"/>
              </a:ext>
            </a:extLst>
          </p:cNvPr>
          <p:cNvCxnSpPr>
            <a:stCxn id="2" idx="7"/>
            <a:endCxn id="2" idx="3"/>
          </p:cNvCxnSpPr>
          <p:nvPr/>
        </p:nvCxnSpPr>
        <p:spPr>
          <a:xfrm flipH="1">
            <a:off x="3047464" y="1070619"/>
            <a:ext cx="4582052" cy="458205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0D35D0F8-878E-0174-0CAB-2F200C777B89}"/>
              </a:ext>
            </a:extLst>
          </p:cNvPr>
          <p:cNvSpPr/>
          <p:nvPr/>
        </p:nvSpPr>
        <p:spPr>
          <a:xfrm>
            <a:off x="4258492" y="2281645"/>
            <a:ext cx="2160000" cy="2160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F7D319C-7567-0E24-E803-7995C66822EA}"/>
              </a:ext>
            </a:extLst>
          </p:cNvPr>
          <p:cNvSpPr txBox="1"/>
          <p:nvPr/>
        </p:nvSpPr>
        <p:spPr>
          <a:xfrm>
            <a:off x="4685418" y="3176979"/>
            <a:ext cx="130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Presidente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A2F106D-081C-A8FC-5D90-81348AA54269}"/>
              </a:ext>
            </a:extLst>
          </p:cNvPr>
          <p:cNvSpPr txBox="1"/>
          <p:nvPr/>
        </p:nvSpPr>
        <p:spPr>
          <a:xfrm>
            <a:off x="4781006" y="1622492"/>
            <a:ext cx="1132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Diretor A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E62CE21-EB54-D377-A74C-897C7F8AE178}"/>
              </a:ext>
            </a:extLst>
          </p:cNvPr>
          <p:cNvSpPr txBox="1"/>
          <p:nvPr/>
        </p:nvSpPr>
        <p:spPr>
          <a:xfrm rot="5400000">
            <a:off x="6366378" y="3059668"/>
            <a:ext cx="1132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Diretor B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8F24710-4747-516E-F433-4CD7F417346D}"/>
              </a:ext>
            </a:extLst>
          </p:cNvPr>
          <p:cNvSpPr txBox="1"/>
          <p:nvPr/>
        </p:nvSpPr>
        <p:spPr>
          <a:xfrm rot="10800000">
            <a:off x="4772435" y="4663472"/>
            <a:ext cx="1132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Diretor C</a:t>
            </a:r>
            <a:endParaRPr lang="pt-BR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45155E39-9A28-7FC1-804B-1988537E9A29}"/>
              </a:ext>
            </a:extLst>
          </p:cNvPr>
          <p:cNvSpPr txBox="1"/>
          <p:nvPr/>
        </p:nvSpPr>
        <p:spPr>
          <a:xfrm rot="16200000">
            <a:off x="3126378" y="3057712"/>
            <a:ext cx="1132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Diretor</a:t>
            </a:r>
            <a:r>
              <a:rPr lang="pt-BR" dirty="0"/>
              <a:t> </a:t>
            </a:r>
            <a:r>
              <a:rPr lang="pt-BR" dirty="0">
                <a:solidFill>
                  <a:schemeClr val="bg1"/>
                </a:solidFill>
              </a:rPr>
              <a:t>D</a:t>
            </a:r>
            <a:endParaRPr lang="pt-BR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0046E67-BB1B-A2EE-6B01-B5A6E7C15216}"/>
              </a:ext>
            </a:extLst>
          </p:cNvPr>
          <p:cNvSpPr txBox="1"/>
          <p:nvPr/>
        </p:nvSpPr>
        <p:spPr>
          <a:xfrm>
            <a:off x="4280399" y="438286"/>
            <a:ext cx="2116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Empregado 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89A31BC-71C9-A283-684C-90F0F1A643C5}"/>
              </a:ext>
            </a:extLst>
          </p:cNvPr>
          <p:cNvSpPr txBox="1"/>
          <p:nvPr/>
        </p:nvSpPr>
        <p:spPr>
          <a:xfrm rot="16200000">
            <a:off x="1644265" y="2992313"/>
            <a:ext cx="2116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Empregado D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DD67C3F9-CDD3-EF93-E0C8-CBCD00A4EDFA}"/>
              </a:ext>
            </a:extLst>
          </p:cNvPr>
          <p:cNvSpPr txBox="1"/>
          <p:nvPr/>
        </p:nvSpPr>
        <p:spPr>
          <a:xfrm rot="5400000">
            <a:off x="6900702" y="2865250"/>
            <a:ext cx="2116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Empregado B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9BD07B43-323B-D4C6-5D26-71BF8F9B4B8F}"/>
              </a:ext>
            </a:extLst>
          </p:cNvPr>
          <p:cNvSpPr txBox="1"/>
          <p:nvPr/>
        </p:nvSpPr>
        <p:spPr>
          <a:xfrm rot="10800000">
            <a:off x="4258492" y="5689832"/>
            <a:ext cx="2116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Empregado C</a:t>
            </a:r>
          </a:p>
        </p:txBody>
      </p:sp>
    </p:spTree>
    <p:extLst>
      <p:ext uri="{BB962C8B-B14F-4D97-AF65-F5344CB8AC3E}">
        <p14:creationId xmlns:p14="http://schemas.microsoft.com/office/powerpoint/2010/main" val="3008977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6A4FD7EB-EBA4-EC8D-E4D5-2C1B79FBB5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26131438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974412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</Words>
  <Application>Microsoft Office PowerPoint</Application>
  <PresentationFormat>Widescreen</PresentationFormat>
  <Paragraphs>61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Tema do Office</vt:lpstr>
      <vt:lpstr>Gabrielly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Centro Paula Souza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lab03pc01</dc:creator>
  <cp:lastModifiedBy>lab03pc01</cp:lastModifiedBy>
  <cp:revision>1</cp:revision>
  <dcterms:created xsi:type="dcterms:W3CDTF">2026-08-25T01:52:34Z</dcterms:created>
  <dcterms:modified xsi:type="dcterms:W3CDTF">2026-08-25T01:52:43Z</dcterms:modified>
</cp:coreProperties>
</file>